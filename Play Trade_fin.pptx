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50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B02D9D-EEEF-485F-A4DE-7832630F14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864827-9907-499A-9F53-38DB33E2025C}">
      <dgm:prSet/>
      <dgm:spPr/>
      <dgm:t>
        <a:bodyPr/>
        <a:lstStyle/>
        <a:p>
          <a:r>
            <a:rPr lang="hr-HR" b="1" baseline="0"/>
            <a:t>Simeon Stefanović – Backend, Dokumentacija</a:t>
          </a:r>
          <a:endParaRPr lang="en-US"/>
        </a:p>
      </dgm:t>
    </dgm:pt>
    <dgm:pt modelId="{A4FFEC16-BE86-4102-8E91-577FE87EC559}" type="parTrans" cxnId="{73360BE0-53C1-4A0A-964D-E7D867142566}">
      <dgm:prSet/>
      <dgm:spPr/>
      <dgm:t>
        <a:bodyPr/>
        <a:lstStyle/>
        <a:p>
          <a:endParaRPr lang="en-US"/>
        </a:p>
      </dgm:t>
    </dgm:pt>
    <dgm:pt modelId="{BE742902-805B-41B9-904A-1686E76B29A2}" type="sibTrans" cxnId="{73360BE0-53C1-4A0A-964D-E7D867142566}">
      <dgm:prSet/>
      <dgm:spPr/>
      <dgm:t>
        <a:bodyPr/>
        <a:lstStyle/>
        <a:p>
          <a:endParaRPr lang="en-US"/>
        </a:p>
      </dgm:t>
    </dgm:pt>
    <dgm:pt modelId="{4059B609-EE09-450D-BFAA-6B076FE06324}">
      <dgm:prSet/>
      <dgm:spPr/>
      <dgm:t>
        <a:bodyPr/>
        <a:lstStyle/>
        <a:p>
          <a:r>
            <a:rPr lang="hr-HR" b="1" baseline="0"/>
            <a:t>Luka Zorčić – Frontend, Dokumentacija</a:t>
          </a:r>
          <a:endParaRPr lang="en-US"/>
        </a:p>
      </dgm:t>
    </dgm:pt>
    <dgm:pt modelId="{C04351C9-F14C-46BD-8B1F-C55D2ED4962B}" type="parTrans" cxnId="{63C10442-C01B-40D3-9304-37CA9F2A39A1}">
      <dgm:prSet/>
      <dgm:spPr/>
      <dgm:t>
        <a:bodyPr/>
        <a:lstStyle/>
        <a:p>
          <a:endParaRPr lang="en-US"/>
        </a:p>
      </dgm:t>
    </dgm:pt>
    <dgm:pt modelId="{675C734B-1B4F-41B0-ABB3-D1026C69C3EB}" type="sibTrans" cxnId="{63C10442-C01B-40D3-9304-37CA9F2A39A1}">
      <dgm:prSet/>
      <dgm:spPr/>
      <dgm:t>
        <a:bodyPr/>
        <a:lstStyle/>
        <a:p>
          <a:endParaRPr lang="en-US"/>
        </a:p>
      </dgm:t>
    </dgm:pt>
    <dgm:pt modelId="{779F68F5-A6C2-4F7D-BA40-3505A1EDA3EA}">
      <dgm:prSet/>
      <dgm:spPr/>
      <dgm:t>
        <a:bodyPr/>
        <a:lstStyle/>
        <a:p>
          <a:r>
            <a:rPr lang="hr-HR" b="1" baseline="0" dirty="0" err="1"/>
            <a:t>Malka</a:t>
          </a:r>
          <a:r>
            <a:rPr lang="hr-HR" b="1" baseline="0" dirty="0"/>
            <a:t> </a:t>
          </a:r>
          <a:r>
            <a:rPr lang="en-GB" b="1" baseline="0" dirty="0" smtClean="0"/>
            <a:t>Langer </a:t>
          </a:r>
          <a:r>
            <a:rPr lang="hr-HR" b="1" baseline="0" dirty="0" smtClean="0"/>
            <a:t>– </a:t>
          </a:r>
          <a:r>
            <a:rPr lang="hr-HR" b="1" baseline="0" dirty="0" err="1"/>
            <a:t>Frontend</a:t>
          </a:r>
          <a:r>
            <a:rPr lang="hr-HR" b="1" baseline="0" dirty="0"/>
            <a:t>, Dokumentacija</a:t>
          </a:r>
          <a:endParaRPr lang="en-US" dirty="0"/>
        </a:p>
      </dgm:t>
    </dgm:pt>
    <dgm:pt modelId="{6E2E35B6-5255-4CE3-AB5D-47D9B41A5CEB}" type="parTrans" cxnId="{8DB4CEE0-D916-4111-9228-3873202F050A}">
      <dgm:prSet/>
      <dgm:spPr/>
      <dgm:t>
        <a:bodyPr/>
        <a:lstStyle/>
        <a:p>
          <a:endParaRPr lang="en-US"/>
        </a:p>
      </dgm:t>
    </dgm:pt>
    <dgm:pt modelId="{F96BA497-05DB-4B31-9243-C33FDAE83A4F}" type="sibTrans" cxnId="{8DB4CEE0-D916-4111-9228-3873202F050A}">
      <dgm:prSet/>
      <dgm:spPr/>
      <dgm:t>
        <a:bodyPr/>
        <a:lstStyle/>
        <a:p>
          <a:endParaRPr lang="en-US"/>
        </a:p>
      </dgm:t>
    </dgm:pt>
    <dgm:pt modelId="{D5769D44-79D7-48F1-91FE-BA74BDD75101}">
      <dgm:prSet/>
      <dgm:spPr/>
      <dgm:t>
        <a:bodyPr/>
        <a:lstStyle/>
        <a:p>
          <a:r>
            <a:rPr lang="hr-HR" b="1" baseline="0" dirty="0"/>
            <a:t>Stjepan </a:t>
          </a:r>
          <a:r>
            <a:rPr lang="en-GB" b="1" baseline="0" dirty="0" err="1" smtClean="0"/>
            <a:t>Džidžić</a:t>
          </a:r>
          <a:r>
            <a:rPr lang="en-GB" b="1" baseline="0" dirty="0" smtClean="0"/>
            <a:t> </a:t>
          </a:r>
          <a:r>
            <a:rPr lang="hr-HR" b="1" baseline="0" dirty="0" smtClean="0"/>
            <a:t>– </a:t>
          </a:r>
          <a:r>
            <a:rPr lang="hr-HR" b="1" baseline="0" dirty="0" err="1"/>
            <a:t>Backend</a:t>
          </a:r>
          <a:r>
            <a:rPr lang="hr-HR" b="1" baseline="0" dirty="0"/>
            <a:t>, Dokumentacija</a:t>
          </a:r>
          <a:endParaRPr lang="en-US" dirty="0"/>
        </a:p>
      </dgm:t>
    </dgm:pt>
    <dgm:pt modelId="{1943DBFC-F726-452E-9438-522B3746943B}" type="parTrans" cxnId="{9FABA53B-90DE-4A6A-B4FC-867507102742}">
      <dgm:prSet/>
      <dgm:spPr/>
      <dgm:t>
        <a:bodyPr/>
        <a:lstStyle/>
        <a:p>
          <a:endParaRPr lang="en-US"/>
        </a:p>
      </dgm:t>
    </dgm:pt>
    <dgm:pt modelId="{4AEDE002-0D7C-4995-837B-94C79BBFB496}" type="sibTrans" cxnId="{9FABA53B-90DE-4A6A-B4FC-867507102742}">
      <dgm:prSet/>
      <dgm:spPr/>
      <dgm:t>
        <a:bodyPr/>
        <a:lstStyle/>
        <a:p>
          <a:endParaRPr lang="en-US"/>
        </a:p>
      </dgm:t>
    </dgm:pt>
    <dgm:pt modelId="{3DAA4DDC-0565-42C9-9063-8DF898A48871}">
      <dgm:prSet/>
      <dgm:spPr/>
      <dgm:t>
        <a:bodyPr/>
        <a:lstStyle/>
        <a:p>
          <a:r>
            <a:rPr lang="hr-HR" b="1" baseline="0" dirty="0"/>
            <a:t>Dorijan Zlodi – </a:t>
          </a:r>
          <a:r>
            <a:rPr lang="en-GB" b="1" baseline="0" dirty="0" err="1" smtClean="0"/>
            <a:t>Baza</a:t>
          </a:r>
          <a:r>
            <a:rPr lang="en-GB" b="1" baseline="0" dirty="0" smtClean="0"/>
            <a:t> </a:t>
          </a:r>
          <a:r>
            <a:rPr lang="en-GB" b="1" baseline="0" dirty="0" err="1" smtClean="0"/>
            <a:t>podataka</a:t>
          </a:r>
          <a:r>
            <a:rPr lang="hr-HR" b="1" baseline="0" dirty="0" smtClean="0"/>
            <a:t>, </a:t>
          </a:r>
          <a:r>
            <a:rPr lang="hr-HR" b="1" baseline="0" dirty="0"/>
            <a:t>Dokumentacija</a:t>
          </a:r>
          <a:endParaRPr lang="en-US" dirty="0"/>
        </a:p>
      </dgm:t>
    </dgm:pt>
    <dgm:pt modelId="{99DD1AFC-3320-4A50-A725-61616FD16F50}" type="parTrans" cxnId="{2CB0B624-2BF7-4CAB-9963-EE9FB345F374}">
      <dgm:prSet/>
      <dgm:spPr/>
      <dgm:t>
        <a:bodyPr/>
        <a:lstStyle/>
        <a:p>
          <a:endParaRPr lang="en-US"/>
        </a:p>
      </dgm:t>
    </dgm:pt>
    <dgm:pt modelId="{044E30D8-7979-4842-8561-9513D2EAA09A}" type="sibTrans" cxnId="{2CB0B624-2BF7-4CAB-9963-EE9FB345F374}">
      <dgm:prSet/>
      <dgm:spPr/>
      <dgm:t>
        <a:bodyPr/>
        <a:lstStyle/>
        <a:p>
          <a:endParaRPr lang="en-US"/>
        </a:p>
      </dgm:t>
    </dgm:pt>
    <dgm:pt modelId="{E43B3029-EED9-4A87-89B4-ADE7DD1E12C8}">
      <dgm:prSet/>
      <dgm:spPr/>
      <dgm:t>
        <a:bodyPr/>
        <a:lstStyle/>
        <a:p>
          <a:r>
            <a:rPr lang="hr-HR" b="1" baseline="0"/>
            <a:t>Bruno Di Giusto – Frontend, Dokumentacija</a:t>
          </a:r>
          <a:endParaRPr lang="en-US"/>
        </a:p>
      </dgm:t>
    </dgm:pt>
    <dgm:pt modelId="{290DB971-FC89-41DA-A0B4-2C377556BCAE}" type="parTrans" cxnId="{AD8D5F07-BA04-423E-BB15-0860112BB5F7}">
      <dgm:prSet/>
      <dgm:spPr/>
      <dgm:t>
        <a:bodyPr/>
        <a:lstStyle/>
        <a:p>
          <a:endParaRPr lang="en-US"/>
        </a:p>
      </dgm:t>
    </dgm:pt>
    <dgm:pt modelId="{F2AC778A-065D-4A82-8B33-1199ABA49C66}" type="sibTrans" cxnId="{AD8D5F07-BA04-423E-BB15-0860112BB5F7}">
      <dgm:prSet/>
      <dgm:spPr/>
      <dgm:t>
        <a:bodyPr/>
        <a:lstStyle/>
        <a:p>
          <a:endParaRPr lang="en-US"/>
        </a:p>
      </dgm:t>
    </dgm:pt>
    <dgm:pt modelId="{BA88532A-D385-476D-AE3C-BF90687A7017}" type="pres">
      <dgm:prSet presAssocID="{CAB02D9D-EEEF-485F-A4DE-7832630F142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93AD7CE-FDD6-459A-96D5-7BB7D2C06831}" type="pres">
      <dgm:prSet presAssocID="{9B864827-9907-499A-9F53-38DB33E2025C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8480B3-823D-401C-9780-C511452A68B8}" type="pres">
      <dgm:prSet presAssocID="{BE742902-805B-41B9-904A-1686E76B29A2}" presName="spacer" presStyleCnt="0"/>
      <dgm:spPr/>
    </dgm:pt>
    <dgm:pt modelId="{8255DE2C-086C-48B8-A480-FEFBDBAFDB91}" type="pres">
      <dgm:prSet presAssocID="{4059B609-EE09-450D-BFAA-6B076FE06324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3A626A-DB4B-4386-8C77-8F1CC134FD09}" type="pres">
      <dgm:prSet presAssocID="{675C734B-1B4F-41B0-ABB3-D1026C69C3EB}" presName="spacer" presStyleCnt="0"/>
      <dgm:spPr/>
    </dgm:pt>
    <dgm:pt modelId="{686D8EDD-14F5-464A-A46B-D9EE6BAC6771}" type="pres">
      <dgm:prSet presAssocID="{779F68F5-A6C2-4F7D-BA40-3505A1EDA3EA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7F932A-72AA-457A-964E-3DC69462963B}" type="pres">
      <dgm:prSet presAssocID="{F96BA497-05DB-4B31-9243-C33FDAE83A4F}" presName="spacer" presStyleCnt="0"/>
      <dgm:spPr/>
    </dgm:pt>
    <dgm:pt modelId="{80501B08-245E-4AB9-8016-3ACAB2D73050}" type="pres">
      <dgm:prSet presAssocID="{D5769D44-79D7-48F1-91FE-BA74BDD75101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DDC307-1D5B-447B-B055-4782F7BE2942}" type="pres">
      <dgm:prSet presAssocID="{4AEDE002-0D7C-4995-837B-94C79BBFB496}" presName="spacer" presStyleCnt="0"/>
      <dgm:spPr/>
    </dgm:pt>
    <dgm:pt modelId="{801315C3-393B-488F-B3EE-413C39A9FBA6}" type="pres">
      <dgm:prSet presAssocID="{3DAA4DDC-0565-42C9-9063-8DF898A48871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3AC2E4-A2ED-402A-AE44-CE437767D342}" type="pres">
      <dgm:prSet presAssocID="{044E30D8-7979-4842-8561-9513D2EAA09A}" presName="spacer" presStyleCnt="0"/>
      <dgm:spPr/>
    </dgm:pt>
    <dgm:pt modelId="{7DB00A6D-5CC1-4011-A43E-52E260DEB3CA}" type="pres">
      <dgm:prSet presAssocID="{E43B3029-EED9-4A87-89B4-ADE7DD1E12C8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FABA53B-90DE-4A6A-B4FC-867507102742}" srcId="{CAB02D9D-EEEF-485F-A4DE-7832630F1425}" destId="{D5769D44-79D7-48F1-91FE-BA74BDD75101}" srcOrd="3" destOrd="0" parTransId="{1943DBFC-F726-452E-9438-522B3746943B}" sibTransId="{4AEDE002-0D7C-4995-837B-94C79BBFB496}"/>
    <dgm:cxn modelId="{674CFD2A-3B96-4D79-911F-10CB037D6E06}" type="presOf" srcId="{3DAA4DDC-0565-42C9-9063-8DF898A48871}" destId="{801315C3-393B-488F-B3EE-413C39A9FBA6}" srcOrd="0" destOrd="0" presId="urn:microsoft.com/office/officeart/2005/8/layout/vList2"/>
    <dgm:cxn modelId="{8DB4CEE0-D916-4111-9228-3873202F050A}" srcId="{CAB02D9D-EEEF-485F-A4DE-7832630F1425}" destId="{779F68F5-A6C2-4F7D-BA40-3505A1EDA3EA}" srcOrd="2" destOrd="0" parTransId="{6E2E35B6-5255-4CE3-AB5D-47D9B41A5CEB}" sibTransId="{F96BA497-05DB-4B31-9243-C33FDAE83A4F}"/>
    <dgm:cxn modelId="{239DFA4F-CC25-4220-97E2-4AF50C2388D4}" type="presOf" srcId="{E43B3029-EED9-4A87-89B4-ADE7DD1E12C8}" destId="{7DB00A6D-5CC1-4011-A43E-52E260DEB3CA}" srcOrd="0" destOrd="0" presId="urn:microsoft.com/office/officeart/2005/8/layout/vList2"/>
    <dgm:cxn modelId="{73360BE0-53C1-4A0A-964D-E7D867142566}" srcId="{CAB02D9D-EEEF-485F-A4DE-7832630F1425}" destId="{9B864827-9907-499A-9F53-38DB33E2025C}" srcOrd="0" destOrd="0" parTransId="{A4FFEC16-BE86-4102-8E91-577FE87EC559}" sibTransId="{BE742902-805B-41B9-904A-1686E76B29A2}"/>
    <dgm:cxn modelId="{75FED46D-8159-4AC3-AFE9-A2B5995A3B1D}" type="presOf" srcId="{4059B609-EE09-450D-BFAA-6B076FE06324}" destId="{8255DE2C-086C-48B8-A480-FEFBDBAFDB91}" srcOrd="0" destOrd="0" presId="urn:microsoft.com/office/officeart/2005/8/layout/vList2"/>
    <dgm:cxn modelId="{2CB0B624-2BF7-4CAB-9963-EE9FB345F374}" srcId="{CAB02D9D-EEEF-485F-A4DE-7832630F1425}" destId="{3DAA4DDC-0565-42C9-9063-8DF898A48871}" srcOrd="4" destOrd="0" parTransId="{99DD1AFC-3320-4A50-A725-61616FD16F50}" sibTransId="{044E30D8-7979-4842-8561-9513D2EAA09A}"/>
    <dgm:cxn modelId="{746B3141-CC58-4026-8B82-6199B421B5DA}" type="presOf" srcId="{779F68F5-A6C2-4F7D-BA40-3505A1EDA3EA}" destId="{686D8EDD-14F5-464A-A46B-D9EE6BAC6771}" srcOrd="0" destOrd="0" presId="urn:microsoft.com/office/officeart/2005/8/layout/vList2"/>
    <dgm:cxn modelId="{AD8D5F07-BA04-423E-BB15-0860112BB5F7}" srcId="{CAB02D9D-EEEF-485F-A4DE-7832630F1425}" destId="{E43B3029-EED9-4A87-89B4-ADE7DD1E12C8}" srcOrd="5" destOrd="0" parTransId="{290DB971-FC89-41DA-A0B4-2C377556BCAE}" sibTransId="{F2AC778A-065D-4A82-8B33-1199ABA49C66}"/>
    <dgm:cxn modelId="{C0A181C0-3CC9-4329-BD33-AF4B9A4AF965}" type="presOf" srcId="{D5769D44-79D7-48F1-91FE-BA74BDD75101}" destId="{80501B08-245E-4AB9-8016-3ACAB2D73050}" srcOrd="0" destOrd="0" presId="urn:microsoft.com/office/officeart/2005/8/layout/vList2"/>
    <dgm:cxn modelId="{1D8CCA6D-3887-4A79-85EF-75E0F568C550}" type="presOf" srcId="{CAB02D9D-EEEF-485F-A4DE-7832630F1425}" destId="{BA88532A-D385-476D-AE3C-BF90687A7017}" srcOrd="0" destOrd="0" presId="urn:microsoft.com/office/officeart/2005/8/layout/vList2"/>
    <dgm:cxn modelId="{63C10442-C01B-40D3-9304-37CA9F2A39A1}" srcId="{CAB02D9D-EEEF-485F-A4DE-7832630F1425}" destId="{4059B609-EE09-450D-BFAA-6B076FE06324}" srcOrd="1" destOrd="0" parTransId="{C04351C9-F14C-46BD-8B1F-C55D2ED4962B}" sibTransId="{675C734B-1B4F-41B0-ABB3-D1026C69C3EB}"/>
    <dgm:cxn modelId="{C32EA9F7-C325-499E-9CDA-DED34194EA72}" type="presOf" srcId="{9B864827-9907-499A-9F53-38DB33E2025C}" destId="{693AD7CE-FDD6-459A-96D5-7BB7D2C06831}" srcOrd="0" destOrd="0" presId="urn:microsoft.com/office/officeart/2005/8/layout/vList2"/>
    <dgm:cxn modelId="{C92B0D25-D60A-4828-A0D9-3D555AE6E407}" type="presParOf" srcId="{BA88532A-D385-476D-AE3C-BF90687A7017}" destId="{693AD7CE-FDD6-459A-96D5-7BB7D2C06831}" srcOrd="0" destOrd="0" presId="urn:microsoft.com/office/officeart/2005/8/layout/vList2"/>
    <dgm:cxn modelId="{0C735DC7-4B7C-4D0D-BB2F-2BC3EBC2CD0F}" type="presParOf" srcId="{BA88532A-D385-476D-AE3C-BF90687A7017}" destId="{AC8480B3-823D-401C-9780-C511452A68B8}" srcOrd="1" destOrd="0" presId="urn:microsoft.com/office/officeart/2005/8/layout/vList2"/>
    <dgm:cxn modelId="{EDB8C3FF-4939-4C77-956D-17E7E2A486A5}" type="presParOf" srcId="{BA88532A-D385-476D-AE3C-BF90687A7017}" destId="{8255DE2C-086C-48B8-A480-FEFBDBAFDB91}" srcOrd="2" destOrd="0" presId="urn:microsoft.com/office/officeart/2005/8/layout/vList2"/>
    <dgm:cxn modelId="{6048E52C-CC6B-4CF5-B6EF-2089061C89CF}" type="presParOf" srcId="{BA88532A-D385-476D-AE3C-BF90687A7017}" destId="{6C3A626A-DB4B-4386-8C77-8F1CC134FD09}" srcOrd="3" destOrd="0" presId="urn:microsoft.com/office/officeart/2005/8/layout/vList2"/>
    <dgm:cxn modelId="{EB126AB8-AD8F-4ACB-806C-29A8CE6B59F4}" type="presParOf" srcId="{BA88532A-D385-476D-AE3C-BF90687A7017}" destId="{686D8EDD-14F5-464A-A46B-D9EE6BAC6771}" srcOrd="4" destOrd="0" presId="urn:microsoft.com/office/officeart/2005/8/layout/vList2"/>
    <dgm:cxn modelId="{62EF280C-AF65-4E8C-951D-B7A8AF928E8B}" type="presParOf" srcId="{BA88532A-D385-476D-AE3C-BF90687A7017}" destId="{7B7F932A-72AA-457A-964E-3DC69462963B}" srcOrd="5" destOrd="0" presId="urn:microsoft.com/office/officeart/2005/8/layout/vList2"/>
    <dgm:cxn modelId="{0E8A84BF-4D5B-45A0-8610-94B368EF2617}" type="presParOf" srcId="{BA88532A-D385-476D-AE3C-BF90687A7017}" destId="{80501B08-245E-4AB9-8016-3ACAB2D73050}" srcOrd="6" destOrd="0" presId="urn:microsoft.com/office/officeart/2005/8/layout/vList2"/>
    <dgm:cxn modelId="{6BB2D0F7-FE7B-4B01-97EC-48C921365F0E}" type="presParOf" srcId="{BA88532A-D385-476D-AE3C-BF90687A7017}" destId="{74DDC307-1D5B-447B-B055-4782F7BE2942}" srcOrd="7" destOrd="0" presId="urn:microsoft.com/office/officeart/2005/8/layout/vList2"/>
    <dgm:cxn modelId="{5D8D8175-8E89-4940-B5DE-7A71E4CEA5BB}" type="presParOf" srcId="{BA88532A-D385-476D-AE3C-BF90687A7017}" destId="{801315C3-393B-488F-B3EE-413C39A9FBA6}" srcOrd="8" destOrd="0" presId="urn:microsoft.com/office/officeart/2005/8/layout/vList2"/>
    <dgm:cxn modelId="{E9173D37-AA6D-42CC-8A30-E80FF0A5F160}" type="presParOf" srcId="{BA88532A-D385-476D-AE3C-BF90687A7017}" destId="{F33AC2E4-A2ED-402A-AE44-CE437767D342}" srcOrd="9" destOrd="0" presId="urn:microsoft.com/office/officeart/2005/8/layout/vList2"/>
    <dgm:cxn modelId="{84F1046D-95AF-4C81-9867-3DAD5899F0C2}" type="presParOf" srcId="{BA88532A-D385-476D-AE3C-BF90687A7017}" destId="{7DB00A6D-5CC1-4011-A43E-52E260DEB3C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9DF274-FC02-4740-A8F8-AABF7A4C42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E013E13-AD7D-4A33-876E-C07DE29A09DB}">
      <dgm:prSet/>
      <dgm:spPr/>
      <dgm:t>
        <a:bodyPr/>
        <a:lstStyle/>
        <a:p>
          <a:r>
            <a:rPr lang="en-US" b="1" baseline="0" dirty="0" err="1"/>
            <a:t>Što</a:t>
          </a:r>
          <a:r>
            <a:rPr lang="en-US" b="1" baseline="0" dirty="0"/>
            <a:t> </a:t>
          </a:r>
          <a:r>
            <a:rPr lang="en-US" b="1" baseline="0" dirty="0" err="1"/>
            <a:t>aplikacija</a:t>
          </a:r>
          <a:r>
            <a:rPr lang="en-US" b="1" baseline="0" dirty="0"/>
            <a:t> </a:t>
          </a:r>
          <a:r>
            <a:rPr lang="en-US" b="1" baseline="0" dirty="0" err="1"/>
            <a:t>rješava</a:t>
          </a:r>
          <a:r>
            <a:rPr lang="en-US" b="1" baseline="0" dirty="0"/>
            <a:t>?</a:t>
          </a:r>
          <a:endParaRPr lang="en-US" dirty="0"/>
        </a:p>
      </dgm:t>
    </dgm:pt>
    <dgm:pt modelId="{710A6870-71C6-4E2E-8DFA-D4E9E7FB6303}" type="parTrans" cxnId="{20733037-0781-4586-A44D-341987EBC38C}">
      <dgm:prSet/>
      <dgm:spPr/>
      <dgm:t>
        <a:bodyPr/>
        <a:lstStyle/>
        <a:p>
          <a:endParaRPr lang="en-US"/>
        </a:p>
      </dgm:t>
    </dgm:pt>
    <dgm:pt modelId="{BA278967-6FBC-4833-8473-21D0C1CDEC7B}" type="sibTrans" cxnId="{20733037-0781-4586-A44D-341987EBC38C}">
      <dgm:prSet/>
      <dgm:spPr/>
      <dgm:t>
        <a:bodyPr/>
        <a:lstStyle/>
        <a:p>
          <a:endParaRPr lang="en-US"/>
        </a:p>
      </dgm:t>
    </dgm:pt>
    <dgm:pt modelId="{AE18FA0E-E535-407D-8FE8-B0C78BEF3F0F}">
      <dgm:prSet/>
      <dgm:spPr/>
      <dgm:t>
        <a:bodyPr/>
        <a:lstStyle/>
        <a:p>
          <a:r>
            <a:rPr lang="en-US" b="1" baseline="0"/>
            <a:t>Problem gomilanja nekorištenih društvenih igara kod korisnika</a:t>
          </a:r>
          <a:endParaRPr lang="en-US"/>
        </a:p>
      </dgm:t>
    </dgm:pt>
    <dgm:pt modelId="{8A1D5D7E-F9A6-48EB-9D26-47AF5734ECFA}" type="parTrans" cxnId="{68D9D0F8-AA16-4DB1-A660-8CEAE46BA4CE}">
      <dgm:prSet/>
      <dgm:spPr/>
      <dgm:t>
        <a:bodyPr/>
        <a:lstStyle/>
        <a:p>
          <a:endParaRPr lang="en-US"/>
        </a:p>
      </dgm:t>
    </dgm:pt>
    <dgm:pt modelId="{4377B541-BD33-4586-B307-288F48171881}" type="sibTrans" cxnId="{68D9D0F8-AA16-4DB1-A660-8CEAE46BA4CE}">
      <dgm:prSet/>
      <dgm:spPr/>
      <dgm:t>
        <a:bodyPr/>
        <a:lstStyle/>
        <a:p>
          <a:endParaRPr lang="en-US"/>
        </a:p>
      </dgm:t>
    </dgm:pt>
    <dgm:pt modelId="{EA30F41F-7BA5-4FE2-AD6E-33359694C355}">
      <dgm:prSet/>
      <dgm:spPr/>
      <dgm:t>
        <a:bodyPr/>
        <a:lstStyle/>
        <a:p>
          <a:r>
            <a:rPr lang="en-US" b="1" baseline="0"/>
            <a:t>Težak i skup pristup novim ili rijetkim društvenim igrama</a:t>
          </a:r>
          <a:endParaRPr lang="en-US"/>
        </a:p>
      </dgm:t>
    </dgm:pt>
    <dgm:pt modelId="{A15F9AF7-2DFA-4A54-9EF1-2F3C8A73C816}" type="parTrans" cxnId="{E507182D-3A6D-41E0-B6D7-56EB6F378427}">
      <dgm:prSet/>
      <dgm:spPr/>
      <dgm:t>
        <a:bodyPr/>
        <a:lstStyle/>
        <a:p>
          <a:endParaRPr lang="en-US"/>
        </a:p>
      </dgm:t>
    </dgm:pt>
    <dgm:pt modelId="{B5C1EAD7-2B23-4631-BF3D-1D0A2537B670}" type="sibTrans" cxnId="{E507182D-3A6D-41E0-B6D7-56EB6F378427}">
      <dgm:prSet/>
      <dgm:spPr/>
      <dgm:t>
        <a:bodyPr/>
        <a:lstStyle/>
        <a:p>
          <a:endParaRPr lang="en-US"/>
        </a:p>
      </dgm:t>
    </dgm:pt>
    <dgm:pt modelId="{3413F300-4F25-411C-BB22-8082400FB7A3}">
      <dgm:prSet/>
      <dgm:spPr/>
      <dgm:t>
        <a:bodyPr/>
        <a:lstStyle/>
        <a:p>
          <a:r>
            <a:rPr lang="en-US" b="1" baseline="0"/>
            <a:t>Nepostojanje centralizirane platforme za sigurnu i organiziranu razmjenu igara</a:t>
          </a:r>
          <a:endParaRPr lang="en-US"/>
        </a:p>
      </dgm:t>
    </dgm:pt>
    <dgm:pt modelId="{290FCD49-7E66-4B02-AB4B-E14F00D43C17}" type="parTrans" cxnId="{95978E82-AF18-4BE5-86C5-1E7172D413B4}">
      <dgm:prSet/>
      <dgm:spPr/>
      <dgm:t>
        <a:bodyPr/>
        <a:lstStyle/>
        <a:p>
          <a:endParaRPr lang="en-US"/>
        </a:p>
      </dgm:t>
    </dgm:pt>
    <dgm:pt modelId="{DB1AA28D-638C-452B-8E44-145E51DF56D8}" type="sibTrans" cxnId="{95978E82-AF18-4BE5-86C5-1E7172D413B4}">
      <dgm:prSet/>
      <dgm:spPr/>
      <dgm:t>
        <a:bodyPr/>
        <a:lstStyle/>
        <a:p>
          <a:endParaRPr lang="en-US"/>
        </a:p>
      </dgm:t>
    </dgm:pt>
    <dgm:pt modelId="{01E4D2A0-F1C2-404A-AC77-9731E9B5D3BC}" type="pres">
      <dgm:prSet presAssocID="{E39DF274-FC02-4740-A8F8-AABF7A4C42C3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9DCB8AF-F43D-4EDE-891D-960A11484664}" type="pres">
      <dgm:prSet presAssocID="{E39DF274-FC02-4740-A8F8-AABF7A4C42C3}" presName="dummyMaxCanvas" presStyleCnt="0">
        <dgm:presLayoutVars/>
      </dgm:prSet>
      <dgm:spPr/>
    </dgm:pt>
    <dgm:pt modelId="{C1C4545E-490C-43C2-803F-44EC9F486886}" type="pres">
      <dgm:prSet presAssocID="{E39DF274-FC02-4740-A8F8-AABF7A4C42C3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CE408B-F9AF-4D0D-9C21-558CAE35167C}" type="pres">
      <dgm:prSet presAssocID="{E39DF274-FC02-4740-A8F8-AABF7A4C42C3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B052DE-84E1-4A4C-A47E-1752C1AE6269}" type="pres">
      <dgm:prSet presAssocID="{E39DF274-FC02-4740-A8F8-AABF7A4C42C3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D446BB-F3F5-4986-8F80-E0B2F3B1C322}" type="pres">
      <dgm:prSet presAssocID="{E39DF274-FC02-4740-A8F8-AABF7A4C42C3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288A3D-BD49-4C7B-93D3-F26514ED0AF9}" type="pres">
      <dgm:prSet presAssocID="{E39DF274-FC02-4740-A8F8-AABF7A4C42C3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ADF604-ECCF-43CB-84BE-8BB1F40E0207}" type="pres">
      <dgm:prSet presAssocID="{E39DF274-FC02-4740-A8F8-AABF7A4C42C3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812585-542C-4965-8659-A200211D9DD9}" type="pres">
      <dgm:prSet presAssocID="{E39DF274-FC02-4740-A8F8-AABF7A4C42C3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38AB62-ACB7-4E6B-9714-94B5869ACDA7}" type="pres">
      <dgm:prSet presAssocID="{E39DF274-FC02-4740-A8F8-AABF7A4C42C3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FD22C4-1877-4F85-A2D8-CCEEF45EB660}" type="pres">
      <dgm:prSet presAssocID="{E39DF274-FC02-4740-A8F8-AABF7A4C42C3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9636CA-94C1-484A-9FA3-318128E4DAAC}" type="pres">
      <dgm:prSet presAssocID="{E39DF274-FC02-4740-A8F8-AABF7A4C42C3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6BABD4-A605-4256-8103-B1EF8094BD17}" type="pres">
      <dgm:prSet presAssocID="{E39DF274-FC02-4740-A8F8-AABF7A4C42C3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9078837-823C-466B-A1BE-929B7D04CFAE}" type="presOf" srcId="{AE013E13-AD7D-4A33-876E-C07DE29A09DB}" destId="{3A38AB62-ACB7-4E6B-9714-94B5869ACDA7}" srcOrd="1" destOrd="0" presId="urn:microsoft.com/office/officeart/2005/8/layout/vProcess5"/>
    <dgm:cxn modelId="{2D04C307-0B03-4E15-B97B-D5728CA34711}" type="presOf" srcId="{EA30F41F-7BA5-4FE2-AD6E-33359694C355}" destId="{FC9636CA-94C1-484A-9FA3-318128E4DAAC}" srcOrd="1" destOrd="0" presId="urn:microsoft.com/office/officeart/2005/8/layout/vProcess5"/>
    <dgm:cxn modelId="{814C6825-112B-4819-8BC1-5B66C9C6DE43}" type="presOf" srcId="{3413F300-4F25-411C-BB22-8082400FB7A3}" destId="{03D446BB-F3F5-4986-8F80-E0B2F3B1C322}" srcOrd="0" destOrd="0" presId="urn:microsoft.com/office/officeart/2005/8/layout/vProcess5"/>
    <dgm:cxn modelId="{7ED82911-7C18-4AF4-AF1F-373776B12866}" type="presOf" srcId="{AE18FA0E-E535-407D-8FE8-B0C78BEF3F0F}" destId="{77FD22C4-1877-4F85-A2D8-CCEEF45EB660}" srcOrd="1" destOrd="0" presId="urn:microsoft.com/office/officeart/2005/8/layout/vProcess5"/>
    <dgm:cxn modelId="{41C041E9-6272-46C4-9766-A3DCD5470224}" type="presOf" srcId="{AE013E13-AD7D-4A33-876E-C07DE29A09DB}" destId="{C1C4545E-490C-43C2-803F-44EC9F486886}" srcOrd="0" destOrd="0" presId="urn:microsoft.com/office/officeart/2005/8/layout/vProcess5"/>
    <dgm:cxn modelId="{CEF082B7-EEED-4C1A-A047-4A38F29E4468}" type="presOf" srcId="{BA278967-6FBC-4833-8473-21D0C1CDEC7B}" destId="{55288A3D-BD49-4C7B-93D3-F26514ED0AF9}" srcOrd="0" destOrd="0" presId="urn:microsoft.com/office/officeart/2005/8/layout/vProcess5"/>
    <dgm:cxn modelId="{4778097C-FE94-4757-91A4-5EBDBE563323}" type="presOf" srcId="{B5C1EAD7-2B23-4631-BF3D-1D0A2537B670}" destId="{9F812585-542C-4965-8659-A200211D9DD9}" srcOrd="0" destOrd="0" presId="urn:microsoft.com/office/officeart/2005/8/layout/vProcess5"/>
    <dgm:cxn modelId="{C0B10F6F-0214-4014-88C1-697F03C4F940}" type="presOf" srcId="{EA30F41F-7BA5-4FE2-AD6E-33359694C355}" destId="{91B052DE-84E1-4A4C-A47E-1752C1AE6269}" srcOrd="0" destOrd="0" presId="urn:microsoft.com/office/officeart/2005/8/layout/vProcess5"/>
    <dgm:cxn modelId="{95978E82-AF18-4BE5-86C5-1E7172D413B4}" srcId="{E39DF274-FC02-4740-A8F8-AABF7A4C42C3}" destId="{3413F300-4F25-411C-BB22-8082400FB7A3}" srcOrd="3" destOrd="0" parTransId="{290FCD49-7E66-4B02-AB4B-E14F00D43C17}" sibTransId="{DB1AA28D-638C-452B-8E44-145E51DF56D8}"/>
    <dgm:cxn modelId="{20733037-0781-4586-A44D-341987EBC38C}" srcId="{E39DF274-FC02-4740-A8F8-AABF7A4C42C3}" destId="{AE013E13-AD7D-4A33-876E-C07DE29A09DB}" srcOrd="0" destOrd="0" parTransId="{710A6870-71C6-4E2E-8DFA-D4E9E7FB6303}" sibTransId="{BA278967-6FBC-4833-8473-21D0C1CDEC7B}"/>
    <dgm:cxn modelId="{83D84690-8C17-4F23-B630-A585C2B4FD2A}" type="presOf" srcId="{3413F300-4F25-411C-BB22-8082400FB7A3}" destId="{616BABD4-A605-4256-8103-B1EF8094BD17}" srcOrd="1" destOrd="0" presId="urn:microsoft.com/office/officeart/2005/8/layout/vProcess5"/>
    <dgm:cxn modelId="{464CADA4-CB61-4616-B375-6C9514718E1F}" type="presOf" srcId="{AE18FA0E-E535-407D-8FE8-B0C78BEF3F0F}" destId="{30CE408B-F9AF-4D0D-9C21-558CAE35167C}" srcOrd="0" destOrd="0" presId="urn:microsoft.com/office/officeart/2005/8/layout/vProcess5"/>
    <dgm:cxn modelId="{CE73AD18-2D4F-42D4-9F92-B1762BD75778}" type="presOf" srcId="{4377B541-BD33-4586-B307-288F48171881}" destId="{7EADF604-ECCF-43CB-84BE-8BB1F40E0207}" srcOrd="0" destOrd="0" presId="urn:microsoft.com/office/officeart/2005/8/layout/vProcess5"/>
    <dgm:cxn modelId="{4798E61D-6E58-4D44-84AC-160BDA45AC49}" type="presOf" srcId="{E39DF274-FC02-4740-A8F8-AABF7A4C42C3}" destId="{01E4D2A0-F1C2-404A-AC77-9731E9B5D3BC}" srcOrd="0" destOrd="0" presId="urn:microsoft.com/office/officeart/2005/8/layout/vProcess5"/>
    <dgm:cxn modelId="{68D9D0F8-AA16-4DB1-A660-8CEAE46BA4CE}" srcId="{E39DF274-FC02-4740-A8F8-AABF7A4C42C3}" destId="{AE18FA0E-E535-407D-8FE8-B0C78BEF3F0F}" srcOrd="1" destOrd="0" parTransId="{8A1D5D7E-F9A6-48EB-9D26-47AF5734ECFA}" sibTransId="{4377B541-BD33-4586-B307-288F48171881}"/>
    <dgm:cxn modelId="{E507182D-3A6D-41E0-B6D7-56EB6F378427}" srcId="{E39DF274-FC02-4740-A8F8-AABF7A4C42C3}" destId="{EA30F41F-7BA5-4FE2-AD6E-33359694C355}" srcOrd="2" destOrd="0" parTransId="{A15F9AF7-2DFA-4A54-9EF1-2F3C8A73C816}" sibTransId="{B5C1EAD7-2B23-4631-BF3D-1D0A2537B670}"/>
    <dgm:cxn modelId="{98D24BFD-8721-4293-AD21-7E056AA1F179}" type="presParOf" srcId="{01E4D2A0-F1C2-404A-AC77-9731E9B5D3BC}" destId="{C9DCB8AF-F43D-4EDE-891D-960A11484664}" srcOrd="0" destOrd="0" presId="urn:microsoft.com/office/officeart/2005/8/layout/vProcess5"/>
    <dgm:cxn modelId="{B274B030-3BE2-4F68-91F9-C737A1D6B7D9}" type="presParOf" srcId="{01E4D2A0-F1C2-404A-AC77-9731E9B5D3BC}" destId="{C1C4545E-490C-43C2-803F-44EC9F486886}" srcOrd="1" destOrd="0" presId="urn:microsoft.com/office/officeart/2005/8/layout/vProcess5"/>
    <dgm:cxn modelId="{C24306D7-95BB-4A35-B25B-803B167428F6}" type="presParOf" srcId="{01E4D2A0-F1C2-404A-AC77-9731E9B5D3BC}" destId="{30CE408B-F9AF-4D0D-9C21-558CAE35167C}" srcOrd="2" destOrd="0" presId="urn:microsoft.com/office/officeart/2005/8/layout/vProcess5"/>
    <dgm:cxn modelId="{5C6C7670-3607-46F3-BA7E-960917497804}" type="presParOf" srcId="{01E4D2A0-F1C2-404A-AC77-9731E9B5D3BC}" destId="{91B052DE-84E1-4A4C-A47E-1752C1AE6269}" srcOrd="3" destOrd="0" presId="urn:microsoft.com/office/officeart/2005/8/layout/vProcess5"/>
    <dgm:cxn modelId="{C6C1DF96-D94B-4AEA-A00D-5D383B37B6AB}" type="presParOf" srcId="{01E4D2A0-F1C2-404A-AC77-9731E9B5D3BC}" destId="{03D446BB-F3F5-4986-8F80-E0B2F3B1C322}" srcOrd="4" destOrd="0" presId="urn:microsoft.com/office/officeart/2005/8/layout/vProcess5"/>
    <dgm:cxn modelId="{E846DACA-C228-4916-ACE7-DDA6D583F47D}" type="presParOf" srcId="{01E4D2A0-F1C2-404A-AC77-9731E9B5D3BC}" destId="{55288A3D-BD49-4C7B-93D3-F26514ED0AF9}" srcOrd="5" destOrd="0" presId="urn:microsoft.com/office/officeart/2005/8/layout/vProcess5"/>
    <dgm:cxn modelId="{9F723750-031E-48C5-A933-4BFB449F0F62}" type="presParOf" srcId="{01E4D2A0-F1C2-404A-AC77-9731E9B5D3BC}" destId="{7EADF604-ECCF-43CB-84BE-8BB1F40E0207}" srcOrd="6" destOrd="0" presId="urn:microsoft.com/office/officeart/2005/8/layout/vProcess5"/>
    <dgm:cxn modelId="{55D301B7-85BE-4B1D-9DFB-7D0072074A30}" type="presParOf" srcId="{01E4D2A0-F1C2-404A-AC77-9731E9B5D3BC}" destId="{9F812585-542C-4965-8659-A200211D9DD9}" srcOrd="7" destOrd="0" presId="urn:microsoft.com/office/officeart/2005/8/layout/vProcess5"/>
    <dgm:cxn modelId="{68DADA3E-C517-43A1-AE11-14FA09935FB8}" type="presParOf" srcId="{01E4D2A0-F1C2-404A-AC77-9731E9B5D3BC}" destId="{3A38AB62-ACB7-4E6B-9714-94B5869ACDA7}" srcOrd="8" destOrd="0" presId="urn:microsoft.com/office/officeart/2005/8/layout/vProcess5"/>
    <dgm:cxn modelId="{65F556FC-2D1D-41F8-87D1-154017D13472}" type="presParOf" srcId="{01E4D2A0-F1C2-404A-AC77-9731E9B5D3BC}" destId="{77FD22C4-1877-4F85-A2D8-CCEEF45EB660}" srcOrd="9" destOrd="0" presId="urn:microsoft.com/office/officeart/2005/8/layout/vProcess5"/>
    <dgm:cxn modelId="{73411262-2063-42F0-9EE6-36C761F99C9D}" type="presParOf" srcId="{01E4D2A0-F1C2-404A-AC77-9731E9B5D3BC}" destId="{FC9636CA-94C1-484A-9FA3-318128E4DAAC}" srcOrd="10" destOrd="0" presId="urn:microsoft.com/office/officeart/2005/8/layout/vProcess5"/>
    <dgm:cxn modelId="{B3F7BA8D-105D-4202-A18F-ABA8158AF298}" type="presParOf" srcId="{01E4D2A0-F1C2-404A-AC77-9731E9B5D3BC}" destId="{616BABD4-A605-4256-8103-B1EF8094BD1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6549DD-3CB2-4DD7-858F-6399AE65B60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FBC021-9F0E-4C5B-9FCE-BF44B0356261}">
      <dgm:prSet/>
      <dgm:spPr/>
      <dgm:t>
        <a:bodyPr/>
        <a:lstStyle/>
        <a:p>
          <a:r>
            <a:rPr lang="en-US"/>
            <a:t>Omogućiti jednostavnu razmjenu društvenih igara između korisnika</a:t>
          </a:r>
        </a:p>
      </dgm:t>
    </dgm:pt>
    <dgm:pt modelId="{5D43DF84-A099-402C-8515-6FC769DBF1D6}" type="parTrans" cxnId="{FF0FAA5F-3E6B-414A-8492-B49DB1B17FB2}">
      <dgm:prSet/>
      <dgm:spPr/>
      <dgm:t>
        <a:bodyPr/>
        <a:lstStyle/>
        <a:p>
          <a:endParaRPr lang="en-US"/>
        </a:p>
      </dgm:t>
    </dgm:pt>
    <dgm:pt modelId="{02690793-E0B4-44DB-84EF-E9210947EFA6}" type="sibTrans" cxnId="{FF0FAA5F-3E6B-414A-8492-B49DB1B17FB2}">
      <dgm:prSet/>
      <dgm:spPr/>
      <dgm:t>
        <a:bodyPr/>
        <a:lstStyle/>
        <a:p>
          <a:endParaRPr lang="en-US"/>
        </a:p>
      </dgm:t>
    </dgm:pt>
    <dgm:pt modelId="{B4594CF1-CC8A-4125-82CF-5269278FEB54}">
      <dgm:prSet/>
      <dgm:spPr/>
      <dgm:t>
        <a:bodyPr/>
        <a:lstStyle/>
        <a:p>
          <a:r>
            <a:rPr lang="en-US"/>
            <a:t>Pregled i pretraživanje objavljenih igara prema različitim kriterijima</a:t>
          </a:r>
        </a:p>
      </dgm:t>
    </dgm:pt>
    <dgm:pt modelId="{ABDAC136-F5FF-4D34-8D19-258D26B1F3CD}" type="parTrans" cxnId="{F6738F53-4EF6-4F4E-8D43-E4ED2295500A}">
      <dgm:prSet/>
      <dgm:spPr/>
      <dgm:t>
        <a:bodyPr/>
        <a:lstStyle/>
        <a:p>
          <a:endParaRPr lang="en-US"/>
        </a:p>
      </dgm:t>
    </dgm:pt>
    <dgm:pt modelId="{B79FEF57-7F21-4DA0-B8CE-35E2B8CF1400}" type="sibTrans" cxnId="{F6738F53-4EF6-4F4E-8D43-E4ED2295500A}">
      <dgm:prSet/>
      <dgm:spPr/>
      <dgm:t>
        <a:bodyPr/>
        <a:lstStyle/>
        <a:p>
          <a:endParaRPr lang="en-US"/>
        </a:p>
      </dgm:t>
    </dgm:pt>
    <dgm:pt modelId="{EC9ADA56-8BB0-46BD-880B-25C9F98B8BFF}">
      <dgm:prSet/>
      <dgm:spPr/>
      <dgm:t>
        <a:bodyPr/>
        <a:lstStyle/>
        <a:p>
          <a:r>
            <a:rPr lang="en-US"/>
            <a:t>Objavljivanje vlastitih igara i upravljanje oglasima</a:t>
          </a:r>
        </a:p>
      </dgm:t>
    </dgm:pt>
    <dgm:pt modelId="{00BD81BF-CB31-4AB3-B08B-D6416547DFDE}" type="parTrans" cxnId="{67B0735E-E58E-466C-B90D-0AE25FA84CF0}">
      <dgm:prSet/>
      <dgm:spPr/>
      <dgm:t>
        <a:bodyPr/>
        <a:lstStyle/>
        <a:p>
          <a:endParaRPr lang="en-US"/>
        </a:p>
      </dgm:t>
    </dgm:pt>
    <dgm:pt modelId="{D48AA51F-A756-423D-BF72-19C781B0549B}" type="sibTrans" cxnId="{67B0735E-E58E-466C-B90D-0AE25FA84CF0}">
      <dgm:prSet/>
      <dgm:spPr/>
      <dgm:t>
        <a:bodyPr/>
        <a:lstStyle/>
        <a:p>
          <a:endParaRPr lang="en-US"/>
        </a:p>
      </dgm:t>
    </dgm:pt>
    <dgm:pt modelId="{2F7B30B0-EB18-4FA2-972A-CBD1A087622C}">
      <dgm:prSet/>
      <dgm:spPr/>
      <dgm:t>
        <a:bodyPr/>
        <a:lstStyle/>
        <a:p>
          <a:r>
            <a:rPr lang="en-US"/>
            <a:t>Slanje i zaprimanje ponuda za zamjenu (jedna ili više igara)</a:t>
          </a:r>
        </a:p>
      </dgm:t>
    </dgm:pt>
    <dgm:pt modelId="{F0B46017-9148-4069-904E-224C8001FB2E}" type="parTrans" cxnId="{73037B54-E2CB-4A3B-95FC-75E4C5678E27}">
      <dgm:prSet/>
      <dgm:spPr/>
      <dgm:t>
        <a:bodyPr/>
        <a:lstStyle/>
        <a:p>
          <a:endParaRPr lang="en-US"/>
        </a:p>
      </dgm:t>
    </dgm:pt>
    <dgm:pt modelId="{B687BABB-435E-4632-BD1B-041971479458}" type="sibTrans" cxnId="{73037B54-E2CB-4A3B-95FC-75E4C5678E27}">
      <dgm:prSet/>
      <dgm:spPr/>
      <dgm:t>
        <a:bodyPr/>
        <a:lstStyle/>
        <a:p>
          <a:endParaRPr lang="en-US"/>
        </a:p>
      </dgm:t>
    </dgm:pt>
    <dgm:pt modelId="{43B54AF9-6B06-4F5C-BE9C-5FE689CC4BD4}">
      <dgm:prSet/>
      <dgm:spPr/>
      <dgm:t>
        <a:bodyPr/>
        <a:lstStyle/>
        <a:p>
          <a:r>
            <a:rPr lang="en-US"/>
            <a:t>Sustav obavijesti (unutar aplikacije i putem e-maila)</a:t>
          </a:r>
        </a:p>
      </dgm:t>
    </dgm:pt>
    <dgm:pt modelId="{2E0C5CC2-B924-4B2E-B87D-513A8B2C56F7}" type="parTrans" cxnId="{EA1FEDD9-BF1B-41A6-852B-BCBF1ADE82F1}">
      <dgm:prSet/>
      <dgm:spPr/>
      <dgm:t>
        <a:bodyPr/>
        <a:lstStyle/>
        <a:p>
          <a:endParaRPr lang="en-US"/>
        </a:p>
      </dgm:t>
    </dgm:pt>
    <dgm:pt modelId="{49262243-C4F5-419C-A9B0-2ABC96786CD4}" type="sibTrans" cxnId="{EA1FEDD9-BF1B-41A6-852B-BCBF1ADE82F1}">
      <dgm:prSet/>
      <dgm:spPr/>
      <dgm:t>
        <a:bodyPr/>
        <a:lstStyle/>
        <a:p>
          <a:endParaRPr lang="en-US"/>
        </a:p>
      </dgm:t>
    </dgm:pt>
    <dgm:pt modelId="{E0B8BA73-E563-4AA1-8890-5D2A602DB957}">
      <dgm:prSet/>
      <dgm:spPr/>
      <dgm:t>
        <a:bodyPr/>
        <a:lstStyle/>
        <a:p>
          <a:r>
            <a:rPr lang="en-US"/>
            <a:t>Popis želja i personalizirani prijedlozi zamjena</a:t>
          </a:r>
        </a:p>
      </dgm:t>
    </dgm:pt>
    <dgm:pt modelId="{E7675459-B7C9-4E01-B014-B3DF10B4E224}" type="parTrans" cxnId="{0C3BF996-5A6D-48C1-9EBC-EA29393C5614}">
      <dgm:prSet/>
      <dgm:spPr/>
      <dgm:t>
        <a:bodyPr/>
        <a:lstStyle/>
        <a:p>
          <a:endParaRPr lang="en-US"/>
        </a:p>
      </dgm:t>
    </dgm:pt>
    <dgm:pt modelId="{94BCF4E6-B1CF-4449-9E8E-E1F06941E203}" type="sibTrans" cxnId="{0C3BF996-5A6D-48C1-9EBC-EA29393C5614}">
      <dgm:prSet/>
      <dgm:spPr/>
      <dgm:t>
        <a:bodyPr/>
        <a:lstStyle/>
        <a:p>
          <a:endParaRPr lang="en-US"/>
        </a:p>
      </dgm:t>
    </dgm:pt>
    <dgm:pt modelId="{BD5BD948-B2E2-4C62-9D5E-3123FE9A0B3E}">
      <dgm:prSet/>
      <dgm:spPr/>
      <dgm:t>
        <a:bodyPr/>
        <a:lstStyle/>
        <a:p>
          <a:r>
            <a:rPr lang="en-US"/>
            <a:t>Responzivna web-aplikacija prilagođena mobilnim uređajima</a:t>
          </a:r>
        </a:p>
      </dgm:t>
    </dgm:pt>
    <dgm:pt modelId="{64B65756-1039-4F41-869A-8CDD55503119}" type="parTrans" cxnId="{8218190B-44D7-4954-831B-471E43298F04}">
      <dgm:prSet/>
      <dgm:spPr/>
      <dgm:t>
        <a:bodyPr/>
        <a:lstStyle/>
        <a:p>
          <a:endParaRPr lang="en-US"/>
        </a:p>
      </dgm:t>
    </dgm:pt>
    <dgm:pt modelId="{9991F0A7-0068-458C-BC29-5AC79A594B77}" type="sibTrans" cxnId="{8218190B-44D7-4954-831B-471E43298F04}">
      <dgm:prSet/>
      <dgm:spPr/>
      <dgm:t>
        <a:bodyPr/>
        <a:lstStyle/>
        <a:p>
          <a:endParaRPr lang="en-US"/>
        </a:p>
      </dgm:t>
    </dgm:pt>
    <dgm:pt modelId="{35C4DF62-9FC8-44F8-B38F-9C93810350ED}" type="pres">
      <dgm:prSet presAssocID="{AC6549DD-3CB2-4DD7-858F-6399AE65B60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31D6C33-0910-4EF8-9872-82B468671D86}" type="pres">
      <dgm:prSet presAssocID="{F4FBC021-9F0E-4C5B-9FCE-BF44B0356261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42C725-A40E-45CC-8843-7DFCAE3946E1}" type="pres">
      <dgm:prSet presAssocID="{02690793-E0B4-44DB-84EF-E9210947EFA6}" presName="spacer" presStyleCnt="0"/>
      <dgm:spPr/>
    </dgm:pt>
    <dgm:pt modelId="{B36E1919-A2C1-4659-9A57-5F24643B152D}" type="pres">
      <dgm:prSet presAssocID="{B4594CF1-CC8A-4125-82CF-5269278FEB54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E98A48-8D91-491E-9D32-3620FE5E01C5}" type="pres">
      <dgm:prSet presAssocID="{B79FEF57-7F21-4DA0-B8CE-35E2B8CF1400}" presName="spacer" presStyleCnt="0"/>
      <dgm:spPr/>
    </dgm:pt>
    <dgm:pt modelId="{6184090F-F1E6-474E-AC18-EA19AF8AC562}" type="pres">
      <dgm:prSet presAssocID="{EC9ADA56-8BB0-46BD-880B-25C9F98B8BFF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93FC79-19CB-4EF8-B3C4-5E0D280B0582}" type="pres">
      <dgm:prSet presAssocID="{D48AA51F-A756-423D-BF72-19C781B0549B}" presName="spacer" presStyleCnt="0"/>
      <dgm:spPr/>
    </dgm:pt>
    <dgm:pt modelId="{5F270069-AE5C-46D4-81D3-DECB7BD2A7B1}" type="pres">
      <dgm:prSet presAssocID="{2F7B30B0-EB18-4FA2-972A-CBD1A087622C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E778ED-1220-42D5-A4B3-DE053422E6A4}" type="pres">
      <dgm:prSet presAssocID="{B687BABB-435E-4632-BD1B-041971479458}" presName="spacer" presStyleCnt="0"/>
      <dgm:spPr/>
    </dgm:pt>
    <dgm:pt modelId="{E77670B8-8718-44B4-9368-B4F4401CE62E}" type="pres">
      <dgm:prSet presAssocID="{43B54AF9-6B06-4F5C-BE9C-5FE689CC4BD4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ABC76F-5901-460D-A8EE-857B7B9F4E30}" type="pres">
      <dgm:prSet presAssocID="{49262243-C4F5-419C-A9B0-2ABC96786CD4}" presName="spacer" presStyleCnt="0"/>
      <dgm:spPr/>
    </dgm:pt>
    <dgm:pt modelId="{A29196A3-4131-4797-AD42-94F57E4BDCC1}" type="pres">
      <dgm:prSet presAssocID="{E0B8BA73-E563-4AA1-8890-5D2A602DB957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E65D05-27E5-42D0-8130-9203AF678175}" type="pres">
      <dgm:prSet presAssocID="{94BCF4E6-B1CF-4449-9E8E-E1F06941E203}" presName="spacer" presStyleCnt="0"/>
      <dgm:spPr/>
    </dgm:pt>
    <dgm:pt modelId="{5D5D6335-0046-4034-9CED-01814791650D}" type="pres">
      <dgm:prSet presAssocID="{BD5BD948-B2E2-4C62-9D5E-3123FE9A0B3E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7B0735E-E58E-466C-B90D-0AE25FA84CF0}" srcId="{AC6549DD-3CB2-4DD7-858F-6399AE65B600}" destId="{EC9ADA56-8BB0-46BD-880B-25C9F98B8BFF}" srcOrd="2" destOrd="0" parTransId="{00BD81BF-CB31-4AB3-B08B-D6416547DFDE}" sibTransId="{D48AA51F-A756-423D-BF72-19C781B0549B}"/>
    <dgm:cxn modelId="{3CC817F7-B157-4917-8652-0EB4473D2EBB}" type="presOf" srcId="{BD5BD948-B2E2-4C62-9D5E-3123FE9A0B3E}" destId="{5D5D6335-0046-4034-9CED-01814791650D}" srcOrd="0" destOrd="0" presId="urn:microsoft.com/office/officeart/2005/8/layout/vList2"/>
    <dgm:cxn modelId="{73037B54-E2CB-4A3B-95FC-75E4C5678E27}" srcId="{AC6549DD-3CB2-4DD7-858F-6399AE65B600}" destId="{2F7B30B0-EB18-4FA2-972A-CBD1A087622C}" srcOrd="3" destOrd="0" parTransId="{F0B46017-9148-4069-904E-224C8001FB2E}" sibTransId="{B687BABB-435E-4632-BD1B-041971479458}"/>
    <dgm:cxn modelId="{8218190B-44D7-4954-831B-471E43298F04}" srcId="{AC6549DD-3CB2-4DD7-858F-6399AE65B600}" destId="{BD5BD948-B2E2-4C62-9D5E-3123FE9A0B3E}" srcOrd="6" destOrd="0" parTransId="{64B65756-1039-4F41-869A-8CDD55503119}" sibTransId="{9991F0A7-0068-458C-BC29-5AC79A594B77}"/>
    <dgm:cxn modelId="{0C3BF996-5A6D-48C1-9EBC-EA29393C5614}" srcId="{AC6549DD-3CB2-4DD7-858F-6399AE65B600}" destId="{E0B8BA73-E563-4AA1-8890-5D2A602DB957}" srcOrd="5" destOrd="0" parTransId="{E7675459-B7C9-4E01-B014-B3DF10B4E224}" sibTransId="{94BCF4E6-B1CF-4449-9E8E-E1F06941E203}"/>
    <dgm:cxn modelId="{F6738F53-4EF6-4F4E-8D43-E4ED2295500A}" srcId="{AC6549DD-3CB2-4DD7-858F-6399AE65B600}" destId="{B4594CF1-CC8A-4125-82CF-5269278FEB54}" srcOrd="1" destOrd="0" parTransId="{ABDAC136-F5FF-4D34-8D19-258D26B1F3CD}" sibTransId="{B79FEF57-7F21-4DA0-B8CE-35E2B8CF1400}"/>
    <dgm:cxn modelId="{FF0FAA5F-3E6B-414A-8492-B49DB1B17FB2}" srcId="{AC6549DD-3CB2-4DD7-858F-6399AE65B600}" destId="{F4FBC021-9F0E-4C5B-9FCE-BF44B0356261}" srcOrd="0" destOrd="0" parTransId="{5D43DF84-A099-402C-8515-6FC769DBF1D6}" sibTransId="{02690793-E0B4-44DB-84EF-E9210947EFA6}"/>
    <dgm:cxn modelId="{F891F208-ABDD-4487-9250-4E537C3E0ABC}" type="presOf" srcId="{2F7B30B0-EB18-4FA2-972A-CBD1A087622C}" destId="{5F270069-AE5C-46D4-81D3-DECB7BD2A7B1}" srcOrd="0" destOrd="0" presId="urn:microsoft.com/office/officeart/2005/8/layout/vList2"/>
    <dgm:cxn modelId="{A754C21A-114F-404D-9DC2-D06FA7D24C62}" type="presOf" srcId="{F4FBC021-9F0E-4C5B-9FCE-BF44B0356261}" destId="{B31D6C33-0910-4EF8-9872-82B468671D86}" srcOrd="0" destOrd="0" presId="urn:microsoft.com/office/officeart/2005/8/layout/vList2"/>
    <dgm:cxn modelId="{EA1FEDD9-BF1B-41A6-852B-BCBF1ADE82F1}" srcId="{AC6549DD-3CB2-4DD7-858F-6399AE65B600}" destId="{43B54AF9-6B06-4F5C-BE9C-5FE689CC4BD4}" srcOrd="4" destOrd="0" parTransId="{2E0C5CC2-B924-4B2E-B87D-513A8B2C56F7}" sibTransId="{49262243-C4F5-419C-A9B0-2ABC96786CD4}"/>
    <dgm:cxn modelId="{4B719E09-E253-4723-9ADF-EEA91B9BEE75}" type="presOf" srcId="{EC9ADA56-8BB0-46BD-880B-25C9F98B8BFF}" destId="{6184090F-F1E6-474E-AC18-EA19AF8AC562}" srcOrd="0" destOrd="0" presId="urn:microsoft.com/office/officeart/2005/8/layout/vList2"/>
    <dgm:cxn modelId="{816953F2-E84B-4898-8508-280C9B42BDD2}" type="presOf" srcId="{E0B8BA73-E563-4AA1-8890-5D2A602DB957}" destId="{A29196A3-4131-4797-AD42-94F57E4BDCC1}" srcOrd="0" destOrd="0" presId="urn:microsoft.com/office/officeart/2005/8/layout/vList2"/>
    <dgm:cxn modelId="{B5CEA170-793B-40C4-B3EA-F27D5ADA5886}" type="presOf" srcId="{AC6549DD-3CB2-4DD7-858F-6399AE65B600}" destId="{35C4DF62-9FC8-44F8-B38F-9C93810350ED}" srcOrd="0" destOrd="0" presId="urn:microsoft.com/office/officeart/2005/8/layout/vList2"/>
    <dgm:cxn modelId="{987FF647-B6F3-45DE-9494-A430F59D8F3C}" type="presOf" srcId="{43B54AF9-6B06-4F5C-BE9C-5FE689CC4BD4}" destId="{E77670B8-8718-44B4-9368-B4F4401CE62E}" srcOrd="0" destOrd="0" presId="urn:microsoft.com/office/officeart/2005/8/layout/vList2"/>
    <dgm:cxn modelId="{97A0AB82-5BCB-47D4-B262-27CD74F63C51}" type="presOf" srcId="{B4594CF1-CC8A-4125-82CF-5269278FEB54}" destId="{B36E1919-A2C1-4659-9A57-5F24643B152D}" srcOrd="0" destOrd="0" presId="urn:microsoft.com/office/officeart/2005/8/layout/vList2"/>
    <dgm:cxn modelId="{25FD1DB2-6A70-4621-8980-0D7C3D688B72}" type="presParOf" srcId="{35C4DF62-9FC8-44F8-B38F-9C93810350ED}" destId="{B31D6C33-0910-4EF8-9872-82B468671D86}" srcOrd="0" destOrd="0" presId="urn:microsoft.com/office/officeart/2005/8/layout/vList2"/>
    <dgm:cxn modelId="{B711B4A3-F715-4E53-ADC1-C53496D19A3F}" type="presParOf" srcId="{35C4DF62-9FC8-44F8-B38F-9C93810350ED}" destId="{9342C725-A40E-45CC-8843-7DFCAE3946E1}" srcOrd="1" destOrd="0" presId="urn:microsoft.com/office/officeart/2005/8/layout/vList2"/>
    <dgm:cxn modelId="{0F1F7282-8C3A-4030-9509-C81F5D6BD211}" type="presParOf" srcId="{35C4DF62-9FC8-44F8-B38F-9C93810350ED}" destId="{B36E1919-A2C1-4659-9A57-5F24643B152D}" srcOrd="2" destOrd="0" presId="urn:microsoft.com/office/officeart/2005/8/layout/vList2"/>
    <dgm:cxn modelId="{85DC4BC9-9CCD-43CF-B880-E62AA39DF781}" type="presParOf" srcId="{35C4DF62-9FC8-44F8-B38F-9C93810350ED}" destId="{75E98A48-8D91-491E-9D32-3620FE5E01C5}" srcOrd="3" destOrd="0" presId="urn:microsoft.com/office/officeart/2005/8/layout/vList2"/>
    <dgm:cxn modelId="{E4EA53EC-44B3-418E-965F-5AF69AD87D62}" type="presParOf" srcId="{35C4DF62-9FC8-44F8-B38F-9C93810350ED}" destId="{6184090F-F1E6-474E-AC18-EA19AF8AC562}" srcOrd="4" destOrd="0" presId="urn:microsoft.com/office/officeart/2005/8/layout/vList2"/>
    <dgm:cxn modelId="{9705D928-31A9-430F-845F-8C8D0BB17E87}" type="presParOf" srcId="{35C4DF62-9FC8-44F8-B38F-9C93810350ED}" destId="{D893FC79-19CB-4EF8-B3C4-5E0D280B0582}" srcOrd="5" destOrd="0" presId="urn:microsoft.com/office/officeart/2005/8/layout/vList2"/>
    <dgm:cxn modelId="{238EABF9-542D-4FA9-9E29-40DCE91E09EA}" type="presParOf" srcId="{35C4DF62-9FC8-44F8-B38F-9C93810350ED}" destId="{5F270069-AE5C-46D4-81D3-DECB7BD2A7B1}" srcOrd="6" destOrd="0" presId="urn:microsoft.com/office/officeart/2005/8/layout/vList2"/>
    <dgm:cxn modelId="{3498C1A9-57DF-4819-AA27-7DE848D32B26}" type="presParOf" srcId="{35C4DF62-9FC8-44F8-B38F-9C93810350ED}" destId="{D7E778ED-1220-42D5-A4B3-DE053422E6A4}" srcOrd="7" destOrd="0" presId="urn:microsoft.com/office/officeart/2005/8/layout/vList2"/>
    <dgm:cxn modelId="{35E3FF8C-99E6-4482-9D6B-97C7656E486B}" type="presParOf" srcId="{35C4DF62-9FC8-44F8-B38F-9C93810350ED}" destId="{E77670B8-8718-44B4-9368-B4F4401CE62E}" srcOrd="8" destOrd="0" presId="urn:microsoft.com/office/officeart/2005/8/layout/vList2"/>
    <dgm:cxn modelId="{7DECC3AE-725A-41F6-B43D-3D6A4A33D037}" type="presParOf" srcId="{35C4DF62-9FC8-44F8-B38F-9C93810350ED}" destId="{A4ABC76F-5901-460D-A8EE-857B7B9F4E30}" srcOrd="9" destOrd="0" presId="urn:microsoft.com/office/officeart/2005/8/layout/vList2"/>
    <dgm:cxn modelId="{69EE8344-968C-44D4-9CC9-F06CC68044EF}" type="presParOf" srcId="{35C4DF62-9FC8-44F8-B38F-9C93810350ED}" destId="{A29196A3-4131-4797-AD42-94F57E4BDCC1}" srcOrd="10" destOrd="0" presId="urn:microsoft.com/office/officeart/2005/8/layout/vList2"/>
    <dgm:cxn modelId="{8F85053C-C012-4D61-9FF6-B282D029B002}" type="presParOf" srcId="{35C4DF62-9FC8-44F8-B38F-9C93810350ED}" destId="{5AE65D05-27E5-42D0-8130-9203AF678175}" srcOrd="11" destOrd="0" presId="urn:microsoft.com/office/officeart/2005/8/layout/vList2"/>
    <dgm:cxn modelId="{F175FB19-69B6-431A-8931-F0C7AD1C3A92}" type="presParOf" srcId="{35C4DF62-9FC8-44F8-B38F-9C93810350ED}" destId="{5D5D6335-0046-4034-9CED-01814791650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1D90D1-B085-446A-8C73-CAE5C82953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92A6D9-D817-4B3D-857A-027996E90589}">
      <dgm:prSet/>
      <dgm:spPr/>
      <dgm:t>
        <a:bodyPr/>
        <a:lstStyle/>
        <a:p>
          <a:r>
            <a:rPr lang="en-US" b="0" i="0" baseline="0"/>
            <a:t>Registracija i prijava korisnika (autentikacija i autorizacija)</a:t>
          </a:r>
          <a:endParaRPr lang="en-US"/>
        </a:p>
      </dgm:t>
    </dgm:pt>
    <dgm:pt modelId="{B10CC461-73B9-4AA4-AB67-AAE524A08DB1}" type="parTrans" cxnId="{BEC42F22-950C-4093-A046-DC7EC51F80B0}">
      <dgm:prSet/>
      <dgm:spPr/>
      <dgm:t>
        <a:bodyPr/>
        <a:lstStyle/>
        <a:p>
          <a:endParaRPr lang="en-US"/>
        </a:p>
      </dgm:t>
    </dgm:pt>
    <dgm:pt modelId="{3F3653E5-AE63-43A2-BCFF-DC6BEF9EEC31}" type="sibTrans" cxnId="{BEC42F22-950C-4093-A046-DC7EC51F80B0}">
      <dgm:prSet/>
      <dgm:spPr/>
      <dgm:t>
        <a:bodyPr/>
        <a:lstStyle/>
        <a:p>
          <a:endParaRPr lang="en-US"/>
        </a:p>
      </dgm:t>
    </dgm:pt>
    <dgm:pt modelId="{E66686DC-9E55-44BB-BBC7-9B96F793BBF5}">
      <dgm:prSet/>
      <dgm:spPr/>
      <dgm:t>
        <a:bodyPr/>
        <a:lstStyle/>
        <a:p>
          <a:r>
            <a:rPr lang="en-US" b="0" i="0" baseline="0"/>
            <a:t>Pregled objavljenih društvenih igara (i za neregistrirane korisnike)</a:t>
          </a:r>
          <a:endParaRPr lang="en-US"/>
        </a:p>
      </dgm:t>
    </dgm:pt>
    <dgm:pt modelId="{5E433889-3908-4CC6-BD85-25432A463AA8}" type="parTrans" cxnId="{EA319942-24D0-49F4-9C0F-9282A2648C77}">
      <dgm:prSet/>
      <dgm:spPr/>
      <dgm:t>
        <a:bodyPr/>
        <a:lstStyle/>
        <a:p>
          <a:endParaRPr lang="en-US"/>
        </a:p>
      </dgm:t>
    </dgm:pt>
    <dgm:pt modelId="{5DB7B2FF-984E-4DFA-A30C-21E55B9AE8F7}" type="sibTrans" cxnId="{EA319942-24D0-49F4-9C0F-9282A2648C77}">
      <dgm:prSet/>
      <dgm:spPr/>
      <dgm:t>
        <a:bodyPr/>
        <a:lstStyle/>
        <a:p>
          <a:endParaRPr lang="en-US"/>
        </a:p>
      </dgm:t>
    </dgm:pt>
    <dgm:pt modelId="{EC099D5B-01E8-44DD-9AEC-3DA79A1E849C}">
      <dgm:prSet/>
      <dgm:spPr/>
      <dgm:t>
        <a:bodyPr/>
        <a:lstStyle/>
        <a:p>
          <a:r>
            <a:rPr lang="en-US" b="0" i="0" baseline="0"/>
            <a:t>Objava, uređivanje i brisanje vlastitih oglasa za igre</a:t>
          </a:r>
          <a:endParaRPr lang="en-US"/>
        </a:p>
      </dgm:t>
    </dgm:pt>
    <dgm:pt modelId="{1D96D1F2-0CB2-4E7B-9460-6817D6BEE134}" type="parTrans" cxnId="{35B66439-EEBA-4CBC-BB97-5550F054275F}">
      <dgm:prSet/>
      <dgm:spPr/>
      <dgm:t>
        <a:bodyPr/>
        <a:lstStyle/>
        <a:p>
          <a:endParaRPr lang="en-US"/>
        </a:p>
      </dgm:t>
    </dgm:pt>
    <dgm:pt modelId="{02AC54AE-188C-46C1-AD41-E21013E0AEC8}" type="sibTrans" cxnId="{35B66439-EEBA-4CBC-BB97-5550F054275F}">
      <dgm:prSet/>
      <dgm:spPr/>
      <dgm:t>
        <a:bodyPr/>
        <a:lstStyle/>
        <a:p>
          <a:endParaRPr lang="en-US"/>
        </a:p>
      </dgm:t>
    </dgm:pt>
    <dgm:pt modelId="{2B3353F0-E94D-4596-BE1F-F39C6A72EF95}">
      <dgm:prSet/>
      <dgm:spPr/>
      <dgm:t>
        <a:bodyPr/>
        <a:lstStyle/>
        <a:p>
          <a:r>
            <a:rPr lang="en-US" b="0" i="0" baseline="0"/>
            <a:t>Pretraživanje i filtriranje igara (težina, broj igrača, trajanje)</a:t>
          </a:r>
          <a:endParaRPr lang="en-US"/>
        </a:p>
      </dgm:t>
    </dgm:pt>
    <dgm:pt modelId="{7BC5F01E-009B-4BA6-89E9-60273574FB0F}" type="parTrans" cxnId="{E1972D6C-FD92-43B3-9F44-05FF683155E8}">
      <dgm:prSet/>
      <dgm:spPr/>
      <dgm:t>
        <a:bodyPr/>
        <a:lstStyle/>
        <a:p>
          <a:endParaRPr lang="en-US"/>
        </a:p>
      </dgm:t>
    </dgm:pt>
    <dgm:pt modelId="{59C6BF4B-CD23-4664-9441-4989B2CC917A}" type="sibTrans" cxnId="{E1972D6C-FD92-43B3-9F44-05FF683155E8}">
      <dgm:prSet/>
      <dgm:spPr/>
      <dgm:t>
        <a:bodyPr/>
        <a:lstStyle/>
        <a:p>
          <a:endParaRPr lang="en-US"/>
        </a:p>
      </dgm:t>
    </dgm:pt>
    <dgm:pt modelId="{048F8343-18E7-41F7-9E28-C61B3CB39133}">
      <dgm:prSet/>
      <dgm:spPr/>
      <dgm:t>
        <a:bodyPr/>
        <a:lstStyle/>
        <a:p>
          <a:r>
            <a:rPr lang="en-US" b="0" i="0" baseline="0"/>
            <a:t>Slanje, zaprimanje i upravljanje ponudama za zamjenu</a:t>
          </a:r>
          <a:endParaRPr lang="en-US"/>
        </a:p>
      </dgm:t>
    </dgm:pt>
    <dgm:pt modelId="{86613E2D-4BDA-40B1-8613-CC2BADA3C001}" type="parTrans" cxnId="{FA311152-B771-4AFC-853B-6ED58D0B7067}">
      <dgm:prSet/>
      <dgm:spPr/>
      <dgm:t>
        <a:bodyPr/>
        <a:lstStyle/>
        <a:p>
          <a:endParaRPr lang="en-US"/>
        </a:p>
      </dgm:t>
    </dgm:pt>
    <dgm:pt modelId="{CB3916E2-1696-4689-AE07-B04FF5251DA2}" type="sibTrans" cxnId="{FA311152-B771-4AFC-853B-6ED58D0B7067}">
      <dgm:prSet/>
      <dgm:spPr/>
      <dgm:t>
        <a:bodyPr/>
        <a:lstStyle/>
        <a:p>
          <a:endParaRPr lang="en-US"/>
        </a:p>
      </dgm:t>
    </dgm:pt>
    <dgm:pt modelId="{C0DB5932-1E4C-44EF-B7CD-A06A73587A9B}">
      <dgm:prSet/>
      <dgm:spPr/>
      <dgm:t>
        <a:bodyPr/>
        <a:lstStyle/>
        <a:p>
          <a:r>
            <a:rPr lang="en-US" b="0" i="0" baseline="0"/>
            <a:t>Popis želja i obavijesti o dostupnosti traženih igara</a:t>
          </a:r>
          <a:endParaRPr lang="en-US"/>
        </a:p>
      </dgm:t>
    </dgm:pt>
    <dgm:pt modelId="{14B98983-FCFB-47B8-AA15-A18948552A09}" type="parTrans" cxnId="{C88C037C-BF95-409B-8048-2631613B4BBC}">
      <dgm:prSet/>
      <dgm:spPr/>
      <dgm:t>
        <a:bodyPr/>
        <a:lstStyle/>
        <a:p>
          <a:endParaRPr lang="en-US"/>
        </a:p>
      </dgm:t>
    </dgm:pt>
    <dgm:pt modelId="{67BA88FD-380C-412B-B395-BC6C27C380DE}" type="sibTrans" cxnId="{C88C037C-BF95-409B-8048-2631613B4BBC}">
      <dgm:prSet/>
      <dgm:spPr/>
      <dgm:t>
        <a:bodyPr/>
        <a:lstStyle/>
        <a:p>
          <a:endParaRPr lang="en-US"/>
        </a:p>
      </dgm:t>
    </dgm:pt>
    <dgm:pt modelId="{94FABABE-AAF3-4C19-9325-08B212EBC6E4}">
      <dgm:prSet/>
      <dgm:spPr/>
      <dgm:t>
        <a:bodyPr/>
        <a:lstStyle/>
        <a:p>
          <a:r>
            <a:rPr lang="en-US" b="0" i="0" baseline="0" dirty="0" err="1"/>
            <a:t>Pregled</a:t>
          </a:r>
          <a:r>
            <a:rPr lang="en-US" b="0" i="0" baseline="0" dirty="0"/>
            <a:t> </a:t>
          </a:r>
          <a:r>
            <a:rPr lang="en-US" b="0" i="0" baseline="0" dirty="0" err="1"/>
            <a:t>aktivnih</a:t>
          </a:r>
          <a:r>
            <a:rPr lang="en-US" b="0" i="0" baseline="0" dirty="0"/>
            <a:t> </a:t>
          </a:r>
          <a:r>
            <a:rPr lang="en-US" b="0" i="0" baseline="0" dirty="0" err="1"/>
            <a:t>i</a:t>
          </a:r>
          <a:r>
            <a:rPr lang="en-US" b="0" i="0" baseline="0" dirty="0"/>
            <a:t> </a:t>
          </a:r>
          <a:r>
            <a:rPr lang="en-US" b="0" i="0" baseline="0" dirty="0" err="1"/>
            <a:t>arhiviranih</a:t>
          </a:r>
          <a:r>
            <a:rPr lang="en-US" b="0" i="0" baseline="0" dirty="0"/>
            <a:t> </a:t>
          </a:r>
          <a:r>
            <a:rPr lang="en-US" b="0" i="0" baseline="0" dirty="0" err="1"/>
            <a:t>zamjena</a:t>
          </a:r>
          <a:endParaRPr lang="en-US" dirty="0"/>
        </a:p>
      </dgm:t>
    </dgm:pt>
    <dgm:pt modelId="{59208E60-768B-41CA-A0A7-74AC7DAD3063}" type="parTrans" cxnId="{F82136FC-4E08-492C-BF6F-471007BF251D}">
      <dgm:prSet/>
      <dgm:spPr/>
      <dgm:t>
        <a:bodyPr/>
        <a:lstStyle/>
        <a:p>
          <a:endParaRPr lang="en-US"/>
        </a:p>
      </dgm:t>
    </dgm:pt>
    <dgm:pt modelId="{90471FF2-BF7D-4E57-B693-21539D4D8BED}" type="sibTrans" cxnId="{F82136FC-4E08-492C-BF6F-471007BF251D}">
      <dgm:prSet/>
      <dgm:spPr/>
      <dgm:t>
        <a:bodyPr/>
        <a:lstStyle/>
        <a:p>
          <a:endParaRPr lang="en-US"/>
        </a:p>
      </dgm:t>
    </dgm:pt>
    <dgm:pt modelId="{075FC349-C01E-4B46-B1BE-41B243343FB5}" type="pres">
      <dgm:prSet presAssocID="{271D90D1-B085-446A-8C73-CAE5C829539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FFA608F-B7D2-4248-937B-397602E99CD7}" type="pres">
      <dgm:prSet presAssocID="{8892A6D9-D817-4B3D-857A-027996E90589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639F25-879A-4B55-9BEC-D21940BE66E5}" type="pres">
      <dgm:prSet presAssocID="{3F3653E5-AE63-43A2-BCFF-DC6BEF9EEC31}" presName="spacer" presStyleCnt="0"/>
      <dgm:spPr/>
    </dgm:pt>
    <dgm:pt modelId="{8D1E8B12-0062-4197-9671-4CEDC0F47259}" type="pres">
      <dgm:prSet presAssocID="{E66686DC-9E55-44BB-BBC7-9B96F793BBF5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BB825F-5051-4530-ABF1-C7968646AF95}" type="pres">
      <dgm:prSet presAssocID="{5DB7B2FF-984E-4DFA-A30C-21E55B9AE8F7}" presName="spacer" presStyleCnt="0"/>
      <dgm:spPr/>
    </dgm:pt>
    <dgm:pt modelId="{28D32FBB-0CF2-49CC-B180-8E94BBC90473}" type="pres">
      <dgm:prSet presAssocID="{EC099D5B-01E8-44DD-9AEC-3DA79A1E849C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AE1075-53A1-43DF-BB70-77FFB5374728}" type="pres">
      <dgm:prSet presAssocID="{02AC54AE-188C-46C1-AD41-E21013E0AEC8}" presName="spacer" presStyleCnt="0"/>
      <dgm:spPr/>
    </dgm:pt>
    <dgm:pt modelId="{53B61DDB-E685-4BBD-A69F-13C2E5CB8F49}" type="pres">
      <dgm:prSet presAssocID="{2B3353F0-E94D-4596-BE1F-F39C6A72EF95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5FEA4A-C96D-407F-8896-EC5BF11A60C6}" type="pres">
      <dgm:prSet presAssocID="{59C6BF4B-CD23-4664-9441-4989B2CC917A}" presName="spacer" presStyleCnt="0"/>
      <dgm:spPr/>
    </dgm:pt>
    <dgm:pt modelId="{B53433C3-87F4-4EFD-A0B3-1A83B00FF223}" type="pres">
      <dgm:prSet presAssocID="{048F8343-18E7-41F7-9E28-C61B3CB39133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19146F-7991-4167-B3BA-ED1D5031C7BC}" type="pres">
      <dgm:prSet presAssocID="{CB3916E2-1696-4689-AE07-B04FF5251DA2}" presName="spacer" presStyleCnt="0"/>
      <dgm:spPr/>
    </dgm:pt>
    <dgm:pt modelId="{FC753C60-EC9A-49A8-A9A1-4F0B4D1DC68C}" type="pres">
      <dgm:prSet presAssocID="{C0DB5932-1E4C-44EF-B7CD-A06A73587A9B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9A245B-8064-4F2A-9A93-6FB40D6BFB78}" type="pres">
      <dgm:prSet presAssocID="{67BA88FD-380C-412B-B395-BC6C27C380DE}" presName="spacer" presStyleCnt="0"/>
      <dgm:spPr/>
    </dgm:pt>
    <dgm:pt modelId="{E0CF7CE4-8F33-4FC2-945F-EDC842884DD1}" type="pres">
      <dgm:prSet presAssocID="{94FABABE-AAF3-4C19-9325-08B212EBC6E4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A311152-B771-4AFC-853B-6ED58D0B7067}" srcId="{271D90D1-B085-446A-8C73-CAE5C8295394}" destId="{048F8343-18E7-41F7-9E28-C61B3CB39133}" srcOrd="4" destOrd="0" parTransId="{86613E2D-4BDA-40B1-8613-CC2BADA3C001}" sibTransId="{CB3916E2-1696-4689-AE07-B04FF5251DA2}"/>
    <dgm:cxn modelId="{349F21F0-3B29-4D7C-AE94-C85A57962D87}" type="presOf" srcId="{8892A6D9-D817-4B3D-857A-027996E90589}" destId="{CFFA608F-B7D2-4248-937B-397602E99CD7}" srcOrd="0" destOrd="0" presId="urn:microsoft.com/office/officeart/2005/8/layout/vList2"/>
    <dgm:cxn modelId="{00D16ACA-0A4D-4891-84C6-E025E7C66DC4}" type="presOf" srcId="{E66686DC-9E55-44BB-BBC7-9B96F793BBF5}" destId="{8D1E8B12-0062-4197-9671-4CEDC0F47259}" srcOrd="0" destOrd="0" presId="urn:microsoft.com/office/officeart/2005/8/layout/vList2"/>
    <dgm:cxn modelId="{F82136FC-4E08-492C-BF6F-471007BF251D}" srcId="{271D90D1-B085-446A-8C73-CAE5C8295394}" destId="{94FABABE-AAF3-4C19-9325-08B212EBC6E4}" srcOrd="6" destOrd="0" parTransId="{59208E60-768B-41CA-A0A7-74AC7DAD3063}" sibTransId="{90471FF2-BF7D-4E57-B693-21539D4D8BED}"/>
    <dgm:cxn modelId="{59A9A47B-B674-4E05-9275-300FF405FA08}" type="presOf" srcId="{EC099D5B-01E8-44DD-9AEC-3DA79A1E849C}" destId="{28D32FBB-0CF2-49CC-B180-8E94BBC90473}" srcOrd="0" destOrd="0" presId="urn:microsoft.com/office/officeart/2005/8/layout/vList2"/>
    <dgm:cxn modelId="{EA319942-24D0-49F4-9C0F-9282A2648C77}" srcId="{271D90D1-B085-446A-8C73-CAE5C8295394}" destId="{E66686DC-9E55-44BB-BBC7-9B96F793BBF5}" srcOrd="1" destOrd="0" parTransId="{5E433889-3908-4CC6-BD85-25432A463AA8}" sibTransId="{5DB7B2FF-984E-4DFA-A30C-21E55B9AE8F7}"/>
    <dgm:cxn modelId="{BEC42F22-950C-4093-A046-DC7EC51F80B0}" srcId="{271D90D1-B085-446A-8C73-CAE5C8295394}" destId="{8892A6D9-D817-4B3D-857A-027996E90589}" srcOrd="0" destOrd="0" parTransId="{B10CC461-73B9-4AA4-AB67-AAE524A08DB1}" sibTransId="{3F3653E5-AE63-43A2-BCFF-DC6BEF9EEC31}"/>
    <dgm:cxn modelId="{3227F71D-B810-4F4B-86EE-B7BFF079498C}" type="presOf" srcId="{C0DB5932-1E4C-44EF-B7CD-A06A73587A9B}" destId="{FC753C60-EC9A-49A8-A9A1-4F0B4D1DC68C}" srcOrd="0" destOrd="0" presId="urn:microsoft.com/office/officeart/2005/8/layout/vList2"/>
    <dgm:cxn modelId="{7F78A3C5-E663-4860-A4D0-010675352064}" type="presOf" srcId="{94FABABE-AAF3-4C19-9325-08B212EBC6E4}" destId="{E0CF7CE4-8F33-4FC2-945F-EDC842884DD1}" srcOrd="0" destOrd="0" presId="urn:microsoft.com/office/officeart/2005/8/layout/vList2"/>
    <dgm:cxn modelId="{0C7F33E5-FED5-45F9-A30B-ACF3DA2BF953}" type="presOf" srcId="{271D90D1-B085-446A-8C73-CAE5C8295394}" destId="{075FC349-C01E-4B46-B1BE-41B243343FB5}" srcOrd="0" destOrd="0" presId="urn:microsoft.com/office/officeart/2005/8/layout/vList2"/>
    <dgm:cxn modelId="{E10228B0-6C09-4E8F-A35F-EB1CE5BBC80D}" type="presOf" srcId="{048F8343-18E7-41F7-9E28-C61B3CB39133}" destId="{B53433C3-87F4-4EFD-A0B3-1A83B00FF223}" srcOrd="0" destOrd="0" presId="urn:microsoft.com/office/officeart/2005/8/layout/vList2"/>
    <dgm:cxn modelId="{C88C037C-BF95-409B-8048-2631613B4BBC}" srcId="{271D90D1-B085-446A-8C73-CAE5C8295394}" destId="{C0DB5932-1E4C-44EF-B7CD-A06A73587A9B}" srcOrd="5" destOrd="0" parTransId="{14B98983-FCFB-47B8-AA15-A18948552A09}" sibTransId="{67BA88FD-380C-412B-B395-BC6C27C380DE}"/>
    <dgm:cxn modelId="{E1972D6C-FD92-43B3-9F44-05FF683155E8}" srcId="{271D90D1-B085-446A-8C73-CAE5C8295394}" destId="{2B3353F0-E94D-4596-BE1F-F39C6A72EF95}" srcOrd="3" destOrd="0" parTransId="{7BC5F01E-009B-4BA6-89E9-60273574FB0F}" sibTransId="{59C6BF4B-CD23-4664-9441-4989B2CC917A}"/>
    <dgm:cxn modelId="{B82DD646-18A8-4A52-8185-9621E6BD19AA}" type="presOf" srcId="{2B3353F0-E94D-4596-BE1F-F39C6A72EF95}" destId="{53B61DDB-E685-4BBD-A69F-13C2E5CB8F49}" srcOrd="0" destOrd="0" presId="urn:microsoft.com/office/officeart/2005/8/layout/vList2"/>
    <dgm:cxn modelId="{35B66439-EEBA-4CBC-BB97-5550F054275F}" srcId="{271D90D1-B085-446A-8C73-CAE5C8295394}" destId="{EC099D5B-01E8-44DD-9AEC-3DA79A1E849C}" srcOrd="2" destOrd="0" parTransId="{1D96D1F2-0CB2-4E7B-9460-6817D6BEE134}" sibTransId="{02AC54AE-188C-46C1-AD41-E21013E0AEC8}"/>
    <dgm:cxn modelId="{701CFC2A-7998-4921-AFC2-4BBAC3F0E18F}" type="presParOf" srcId="{075FC349-C01E-4B46-B1BE-41B243343FB5}" destId="{CFFA608F-B7D2-4248-937B-397602E99CD7}" srcOrd="0" destOrd="0" presId="urn:microsoft.com/office/officeart/2005/8/layout/vList2"/>
    <dgm:cxn modelId="{837804AA-B770-4947-9307-87AB1AE86E9D}" type="presParOf" srcId="{075FC349-C01E-4B46-B1BE-41B243343FB5}" destId="{6C639F25-879A-4B55-9BEC-D21940BE66E5}" srcOrd="1" destOrd="0" presId="urn:microsoft.com/office/officeart/2005/8/layout/vList2"/>
    <dgm:cxn modelId="{FB890146-6639-4F19-897C-D957A759FC68}" type="presParOf" srcId="{075FC349-C01E-4B46-B1BE-41B243343FB5}" destId="{8D1E8B12-0062-4197-9671-4CEDC0F47259}" srcOrd="2" destOrd="0" presId="urn:microsoft.com/office/officeart/2005/8/layout/vList2"/>
    <dgm:cxn modelId="{358867A4-FB9D-4E19-8AC4-959F2939013B}" type="presParOf" srcId="{075FC349-C01E-4B46-B1BE-41B243343FB5}" destId="{09BB825F-5051-4530-ABF1-C7968646AF95}" srcOrd="3" destOrd="0" presId="urn:microsoft.com/office/officeart/2005/8/layout/vList2"/>
    <dgm:cxn modelId="{87758EDD-3AAC-4091-A1C6-389E247C0AC3}" type="presParOf" srcId="{075FC349-C01E-4B46-B1BE-41B243343FB5}" destId="{28D32FBB-0CF2-49CC-B180-8E94BBC90473}" srcOrd="4" destOrd="0" presId="urn:microsoft.com/office/officeart/2005/8/layout/vList2"/>
    <dgm:cxn modelId="{7AD2CC9F-4C83-4669-BEDC-24BD93C97BF1}" type="presParOf" srcId="{075FC349-C01E-4B46-B1BE-41B243343FB5}" destId="{BFAE1075-53A1-43DF-BB70-77FFB5374728}" srcOrd="5" destOrd="0" presId="urn:microsoft.com/office/officeart/2005/8/layout/vList2"/>
    <dgm:cxn modelId="{637E1153-042A-4415-ABFB-E664D2F5A403}" type="presParOf" srcId="{075FC349-C01E-4B46-B1BE-41B243343FB5}" destId="{53B61DDB-E685-4BBD-A69F-13C2E5CB8F49}" srcOrd="6" destOrd="0" presId="urn:microsoft.com/office/officeart/2005/8/layout/vList2"/>
    <dgm:cxn modelId="{98F09444-574D-4D73-BBF8-67C00E59973D}" type="presParOf" srcId="{075FC349-C01E-4B46-B1BE-41B243343FB5}" destId="{4F5FEA4A-C96D-407F-8896-EC5BF11A60C6}" srcOrd="7" destOrd="0" presId="urn:microsoft.com/office/officeart/2005/8/layout/vList2"/>
    <dgm:cxn modelId="{BEDE433D-9424-4E93-A0CB-977D54E532F6}" type="presParOf" srcId="{075FC349-C01E-4B46-B1BE-41B243343FB5}" destId="{B53433C3-87F4-4EFD-A0B3-1A83B00FF223}" srcOrd="8" destOrd="0" presId="urn:microsoft.com/office/officeart/2005/8/layout/vList2"/>
    <dgm:cxn modelId="{04F554EC-94BE-4741-9E0F-41DCC5E6F0C7}" type="presParOf" srcId="{075FC349-C01E-4B46-B1BE-41B243343FB5}" destId="{E919146F-7991-4167-B3BA-ED1D5031C7BC}" srcOrd="9" destOrd="0" presId="urn:microsoft.com/office/officeart/2005/8/layout/vList2"/>
    <dgm:cxn modelId="{89BE28A7-0CCB-4053-B7E5-B1A4B7AE8BD1}" type="presParOf" srcId="{075FC349-C01E-4B46-B1BE-41B243343FB5}" destId="{FC753C60-EC9A-49A8-A9A1-4F0B4D1DC68C}" srcOrd="10" destOrd="0" presId="urn:microsoft.com/office/officeart/2005/8/layout/vList2"/>
    <dgm:cxn modelId="{8FBEF978-1FEF-4B6A-887B-74995D7EFA18}" type="presParOf" srcId="{075FC349-C01E-4B46-B1BE-41B243343FB5}" destId="{5E9A245B-8064-4F2A-9A93-6FB40D6BFB78}" srcOrd="11" destOrd="0" presId="urn:microsoft.com/office/officeart/2005/8/layout/vList2"/>
    <dgm:cxn modelId="{A96104DF-E331-49E1-A175-2DA87B326B44}" type="presParOf" srcId="{075FC349-C01E-4B46-B1BE-41B243343FB5}" destId="{E0CF7CE4-8F33-4FC2-945F-EDC842884DD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C5B17B-2BD0-42BD-9A25-DFCA7213CF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2891FA-630F-4D10-BAE7-8669609E8062}">
      <dgm:prSet/>
      <dgm:spPr/>
      <dgm:t>
        <a:bodyPr/>
        <a:lstStyle/>
        <a:p>
          <a:r>
            <a:rPr lang="en-US" b="0" i="0" baseline="0"/>
            <a:t>Web-aplikacija prilagođena mobilnim i desktop uređajima (responsive dizajn)</a:t>
          </a:r>
          <a:endParaRPr lang="en-US"/>
        </a:p>
      </dgm:t>
    </dgm:pt>
    <dgm:pt modelId="{F842C703-0D5E-46C6-8BD6-355610A31D63}" type="parTrans" cxnId="{2ADD3EEB-4C6A-4E85-B663-84B8316D7703}">
      <dgm:prSet/>
      <dgm:spPr/>
      <dgm:t>
        <a:bodyPr/>
        <a:lstStyle/>
        <a:p>
          <a:endParaRPr lang="en-US"/>
        </a:p>
      </dgm:t>
    </dgm:pt>
    <dgm:pt modelId="{FFE7D8B8-8575-4755-BF61-C2EECDB61AC5}" type="sibTrans" cxnId="{2ADD3EEB-4C6A-4E85-B663-84B8316D7703}">
      <dgm:prSet/>
      <dgm:spPr/>
      <dgm:t>
        <a:bodyPr/>
        <a:lstStyle/>
        <a:p>
          <a:endParaRPr lang="en-US"/>
        </a:p>
      </dgm:t>
    </dgm:pt>
    <dgm:pt modelId="{DB664E98-2EA1-4AE9-9636-B40E5CBAC406}">
      <dgm:prSet/>
      <dgm:spPr/>
      <dgm:t>
        <a:bodyPr/>
        <a:lstStyle/>
        <a:p>
          <a:r>
            <a:rPr lang="en-US" b="0" i="0" baseline="0"/>
            <a:t>Podrška za rad više korisnika istovremeno (konkurentnost)</a:t>
          </a:r>
          <a:endParaRPr lang="en-US"/>
        </a:p>
      </dgm:t>
    </dgm:pt>
    <dgm:pt modelId="{912670BF-0137-4F98-84E1-C5AB31715FC2}" type="parTrans" cxnId="{2D5192B7-CEF8-42A1-B0EB-52D581A55359}">
      <dgm:prSet/>
      <dgm:spPr/>
      <dgm:t>
        <a:bodyPr/>
        <a:lstStyle/>
        <a:p>
          <a:endParaRPr lang="en-US"/>
        </a:p>
      </dgm:t>
    </dgm:pt>
    <dgm:pt modelId="{08243DB4-EEF2-44F5-BCB2-4052D450AD4B}" type="sibTrans" cxnId="{2D5192B7-CEF8-42A1-B0EB-52D581A55359}">
      <dgm:prSet/>
      <dgm:spPr/>
      <dgm:t>
        <a:bodyPr/>
        <a:lstStyle/>
        <a:p>
          <a:endParaRPr lang="en-US"/>
        </a:p>
      </dgm:t>
    </dgm:pt>
    <dgm:pt modelId="{BD623968-CE22-49E1-B60D-AA461CDBDAAD}">
      <dgm:prSet/>
      <dgm:spPr/>
      <dgm:t>
        <a:bodyPr/>
        <a:lstStyle/>
        <a:p>
          <a:r>
            <a:rPr lang="en-US" b="0" i="0" baseline="0"/>
            <a:t>Sigurna autentikacija korisnika (OAuth 2.0, tokeni)</a:t>
          </a:r>
          <a:endParaRPr lang="en-US"/>
        </a:p>
      </dgm:t>
    </dgm:pt>
    <dgm:pt modelId="{AFE499DD-C06C-468D-ABF7-C4293787BA57}" type="parTrans" cxnId="{FE38CB1B-573F-4AC4-B71C-4CE3922F8FFC}">
      <dgm:prSet/>
      <dgm:spPr/>
      <dgm:t>
        <a:bodyPr/>
        <a:lstStyle/>
        <a:p>
          <a:endParaRPr lang="en-US"/>
        </a:p>
      </dgm:t>
    </dgm:pt>
    <dgm:pt modelId="{3FD0585A-59B9-405B-84F8-00CF408B6020}" type="sibTrans" cxnId="{FE38CB1B-573F-4AC4-B71C-4CE3922F8FFC}">
      <dgm:prSet/>
      <dgm:spPr/>
      <dgm:t>
        <a:bodyPr/>
        <a:lstStyle/>
        <a:p>
          <a:endParaRPr lang="en-US"/>
        </a:p>
      </dgm:t>
    </dgm:pt>
    <dgm:pt modelId="{48625565-C1EE-4C47-A606-C93B1B7F49B9}">
      <dgm:prSet/>
      <dgm:spPr/>
      <dgm:t>
        <a:bodyPr/>
        <a:lstStyle/>
        <a:p>
          <a:r>
            <a:rPr lang="en-US" b="0" i="0" baseline="0"/>
            <a:t>Obavijesti u stvarnom vremenu i putem e-maila</a:t>
          </a:r>
          <a:endParaRPr lang="en-US"/>
        </a:p>
      </dgm:t>
    </dgm:pt>
    <dgm:pt modelId="{44BD02A0-0EF5-4557-83BF-4FA2AA80AB68}" type="parTrans" cxnId="{D850F7A6-38D6-420A-9717-80666250B976}">
      <dgm:prSet/>
      <dgm:spPr/>
      <dgm:t>
        <a:bodyPr/>
        <a:lstStyle/>
        <a:p>
          <a:endParaRPr lang="en-US"/>
        </a:p>
      </dgm:t>
    </dgm:pt>
    <dgm:pt modelId="{7883FB8B-F9BA-45C1-9495-4184BB2741B0}" type="sibTrans" cxnId="{D850F7A6-38D6-420A-9717-80666250B976}">
      <dgm:prSet/>
      <dgm:spPr/>
      <dgm:t>
        <a:bodyPr/>
        <a:lstStyle/>
        <a:p>
          <a:endParaRPr lang="en-US"/>
        </a:p>
      </dgm:t>
    </dgm:pt>
    <dgm:pt modelId="{88D38205-B427-45FE-8478-7D880C9EDA41}">
      <dgm:prSet/>
      <dgm:spPr/>
      <dgm:t>
        <a:bodyPr/>
        <a:lstStyle/>
        <a:p>
          <a:r>
            <a:rPr lang="en-US" b="0" i="0" baseline="0"/>
            <a:t>Skalabilnost i stabilnost sustava</a:t>
          </a:r>
          <a:endParaRPr lang="en-US"/>
        </a:p>
      </dgm:t>
    </dgm:pt>
    <dgm:pt modelId="{29E786FD-8613-4037-90E3-01E6560EACCC}" type="parTrans" cxnId="{25995CB4-62EC-4499-A3E6-8E5F12442D89}">
      <dgm:prSet/>
      <dgm:spPr/>
      <dgm:t>
        <a:bodyPr/>
        <a:lstStyle/>
        <a:p>
          <a:endParaRPr lang="en-US"/>
        </a:p>
      </dgm:t>
    </dgm:pt>
    <dgm:pt modelId="{FC8C0B0B-B8CD-4CF3-957D-C5E4FAD35014}" type="sibTrans" cxnId="{25995CB4-62EC-4499-A3E6-8E5F12442D89}">
      <dgm:prSet/>
      <dgm:spPr/>
      <dgm:t>
        <a:bodyPr/>
        <a:lstStyle/>
        <a:p>
          <a:endParaRPr lang="en-US"/>
        </a:p>
      </dgm:t>
    </dgm:pt>
    <dgm:pt modelId="{6891F7E9-FEA4-4B81-B5E8-743FA59075E5}">
      <dgm:prSet/>
      <dgm:spPr/>
      <dgm:t>
        <a:bodyPr/>
        <a:lstStyle/>
        <a:p>
          <a:r>
            <a:rPr lang="en-US" b="0" i="0" baseline="0"/>
            <a:t>Administratorske ovlasti za moderiranje sadržaja i korisnika</a:t>
          </a:r>
          <a:endParaRPr lang="en-US"/>
        </a:p>
      </dgm:t>
    </dgm:pt>
    <dgm:pt modelId="{9B135374-60E5-4A32-912C-88280C39BE33}" type="parTrans" cxnId="{29FB3C48-5C2B-4372-B0DE-A17ADE489BEA}">
      <dgm:prSet/>
      <dgm:spPr/>
      <dgm:t>
        <a:bodyPr/>
        <a:lstStyle/>
        <a:p>
          <a:endParaRPr lang="en-US"/>
        </a:p>
      </dgm:t>
    </dgm:pt>
    <dgm:pt modelId="{977265D9-B1D7-421E-B4EA-F1E09937DA25}" type="sibTrans" cxnId="{29FB3C48-5C2B-4372-B0DE-A17ADE489BEA}">
      <dgm:prSet/>
      <dgm:spPr/>
      <dgm:t>
        <a:bodyPr/>
        <a:lstStyle/>
        <a:p>
          <a:endParaRPr lang="en-US"/>
        </a:p>
      </dgm:t>
    </dgm:pt>
    <dgm:pt modelId="{605226F7-0D44-479B-A1F0-CFAD1E8E512F}" type="pres">
      <dgm:prSet presAssocID="{55C5B17B-2BD0-42BD-9A25-DFCA7213CF4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C19E4C-5535-40FC-B70B-D533C0D66442}" type="pres">
      <dgm:prSet presAssocID="{E82891FA-630F-4D10-BAE7-8669609E8062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837357-46EA-4815-B011-F47EC2C1712A}" type="pres">
      <dgm:prSet presAssocID="{FFE7D8B8-8575-4755-BF61-C2EECDB61AC5}" presName="spacer" presStyleCnt="0"/>
      <dgm:spPr/>
    </dgm:pt>
    <dgm:pt modelId="{DBE119C2-36E1-43E3-A9F1-C29936B0144A}" type="pres">
      <dgm:prSet presAssocID="{DB664E98-2EA1-4AE9-9636-B40E5CBAC406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70931E-728C-47C3-B064-649BCF28EE03}" type="pres">
      <dgm:prSet presAssocID="{08243DB4-EEF2-44F5-BCB2-4052D450AD4B}" presName="spacer" presStyleCnt="0"/>
      <dgm:spPr/>
    </dgm:pt>
    <dgm:pt modelId="{9A4456CE-95F5-4FF2-8C5E-29FD1DAB4A64}" type="pres">
      <dgm:prSet presAssocID="{BD623968-CE22-49E1-B60D-AA461CDBDAAD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9329C7-757F-4390-9DE3-7C7B558052A7}" type="pres">
      <dgm:prSet presAssocID="{3FD0585A-59B9-405B-84F8-00CF408B6020}" presName="spacer" presStyleCnt="0"/>
      <dgm:spPr/>
    </dgm:pt>
    <dgm:pt modelId="{ACE327C7-6741-4FB8-9C59-CBFF1E2B4CB6}" type="pres">
      <dgm:prSet presAssocID="{48625565-C1EE-4C47-A606-C93B1B7F49B9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F9B607-F164-41D0-9477-80E3F19C487A}" type="pres">
      <dgm:prSet presAssocID="{7883FB8B-F9BA-45C1-9495-4184BB2741B0}" presName="spacer" presStyleCnt="0"/>
      <dgm:spPr/>
    </dgm:pt>
    <dgm:pt modelId="{BE0E65F2-DDAC-4B8F-94A4-C85FC5D3CC36}" type="pres">
      <dgm:prSet presAssocID="{88D38205-B427-45FE-8478-7D880C9EDA41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463B2B-2DE1-47FA-AB9B-F06ABF6BAD3B}" type="pres">
      <dgm:prSet presAssocID="{FC8C0B0B-B8CD-4CF3-957D-C5E4FAD35014}" presName="spacer" presStyleCnt="0"/>
      <dgm:spPr/>
    </dgm:pt>
    <dgm:pt modelId="{F2058143-1BA6-4908-8050-DCFBBBCDFF4A}" type="pres">
      <dgm:prSet presAssocID="{6891F7E9-FEA4-4B81-B5E8-743FA59075E5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07EDEC4-6602-4DC2-BF3D-EEA2F48A3E50}" type="presOf" srcId="{BD623968-CE22-49E1-B60D-AA461CDBDAAD}" destId="{9A4456CE-95F5-4FF2-8C5E-29FD1DAB4A64}" srcOrd="0" destOrd="0" presId="urn:microsoft.com/office/officeart/2005/8/layout/vList2"/>
    <dgm:cxn modelId="{4F9444DF-F8DC-45B0-BB44-C429ABCB24DF}" type="presOf" srcId="{DB664E98-2EA1-4AE9-9636-B40E5CBAC406}" destId="{DBE119C2-36E1-43E3-A9F1-C29936B0144A}" srcOrd="0" destOrd="0" presId="urn:microsoft.com/office/officeart/2005/8/layout/vList2"/>
    <dgm:cxn modelId="{382C0446-7B77-4BB0-BF03-2A8A0962ACB2}" type="presOf" srcId="{E82891FA-630F-4D10-BAE7-8669609E8062}" destId="{47C19E4C-5535-40FC-B70B-D533C0D66442}" srcOrd="0" destOrd="0" presId="urn:microsoft.com/office/officeart/2005/8/layout/vList2"/>
    <dgm:cxn modelId="{FE38CB1B-573F-4AC4-B71C-4CE3922F8FFC}" srcId="{55C5B17B-2BD0-42BD-9A25-DFCA7213CF40}" destId="{BD623968-CE22-49E1-B60D-AA461CDBDAAD}" srcOrd="2" destOrd="0" parTransId="{AFE499DD-C06C-468D-ABF7-C4293787BA57}" sibTransId="{3FD0585A-59B9-405B-84F8-00CF408B6020}"/>
    <dgm:cxn modelId="{02EAD9A5-A11C-40C4-BC02-851C20E022E0}" type="presOf" srcId="{48625565-C1EE-4C47-A606-C93B1B7F49B9}" destId="{ACE327C7-6741-4FB8-9C59-CBFF1E2B4CB6}" srcOrd="0" destOrd="0" presId="urn:microsoft.com/office/officeart/2005/8/layout/vList2"/>
    <dgm:cxn modelId="{25995CB4-62EC-4499-A3E6-8E5F12442D89}" srcId="{55C5B17B-2BD0-42BD-9A25-DFCA7213CF40}" destId="{88D38205-B427-45FE-8478-7D880C9EDA41}" srcOrd="4" destOrd="0" parTransId="{29E786FD-8613-4037-90E3-01E6560EACCC}" sibTransId="{FC8C0B0B-B8CD-4CF3-957D-C5E4FAD35014}"/>
    <dgm:cxn modelId="{2ADD3EEB-4C6A-4E85-B663-84B8316D7703}" srcId="{55C5B17B-2BD0-42BD-9A25-DFCA7213CF40}" destId="{E82891FA-630F-4D10-BAE7-8669609E8062}" srcOrd="0" destOrd="0" parTransId="{F842C703-0D5E-46C6-8BD6-355610A31D63}" sibTransId="{FFE7D8B8-8575-4755-BF61-C2EECDB61AC5}"/>
    <dgm:cxn modelId="{EB891E21-B6F1-4E6A-BCE8-D6E5D039917E}" type="presOf" srcId="{88D38205-B427-45FE-8478-7D880C9EDA41}" destId="{BE0E65F2-DDAC-4B8F-94A4-C85FC5D3CC36}" srcOrd="0" destOrd="0" presId="urn:microsoft.com/office/officeart/2005/8/layout/vList2"/>
    <dgm:cxn modelId="{B8BDD806-3C20-4FF0-ADEB-1642414339BC}" type="presOf" srcId="{55C5B17B-2BD0-42BD-9A25-DFCA7213CF40}" destId="{605226F7-0D44-479B-A1F0-CFAD1E8E512F}" srcOrd="0" destOrd="0" presId="urn:microsoft.com/office/officeart/2005/8/layout/vList2"/>
    <dgm:cxn modelId="{29FB3C48-5C2B-4372-B0DE-A17ADE489BEA}" srcId="{55C5B17B-2BD0-42BD-9A25-DFCA7213CF40}" destId="{6891F7E9-FEA4-4B81-B5E8-743FA59075E5}" srcOrd="5" destOrd="0" parTransId="{9B135374-60E5-4A32-912C-88280C39BE33}" sibTransId="{977265D9-B1D7-421E-B4EA-F1E09937DA25}"/>
    <dgm:cxn modelId="{2D5192B7-CEF8-42A1-B0EB-52D581A55359}" srcId="{55C5B17B-2BD0-42BD-9A25-DFCA7213CF40}" destId="{DB664E98-2EA1-4AE9-9636-B40E5CBAC406}" srcOrd="1" destOrd="0" parTransId="{912670BF-0137-4F98-84E1-C5AB31715FC2}" sibTransId="{08243DB4-EEF2-44F5-BCB2-4052D450AD4B}"/>
    <dgm:cxn modelId="{D850F7A6-38D6-420A-9717-80666250B976}" srcId="{55C5B17B-2BD0-42BD-9A25-DFCA7213CF40}" destId="{48625565-C1EE-4C47-A606-C93B1B7F49B9}" srcOrd="3" destOrd="0" parTransId="{44BD02A0-0EF5-4557-83BF-4FA2AA80AB68}" sibTransId="{7883FB8B-F9BA-45C1-9495-4184BB2741B0}"/>
    <dgm:cxn modelId="{DFBF510C-0C4E-4D23-9F9A-85F8D55AB98D}" type="presOf" srcId="{6891F7E9-FEA4-4B81-B5E8-743FA59075E5}" destId="{F2058143-1BA6-4908-8050-DCFBBBCDFF4A}" srcOrd="0" destOrd="0" presId="urn:microsoft.com/office/officeart/2005/8/layout/vList2"/>
    <dgm:cxn modelId="{C1E9AF3C-C957-4E4C-AE68-E89321D4B7FE}" type="presParOf" srcId="{605226F7-0D44-479B-A1F0-CFAD1E8E512F}" destId="{47C19E4C-5535-40FC-B70B-D533C0D66442}" srcOrd="0" destOrd="0" presId="urn:microsoft.com/office/officeart/2005/8/layout/vList2"/>
    <dgm:cxn modelId="{C1A07C5C-FA57-4303-9B47-B32549D1E668}" type="presParOf" srcId="{605226F7-0D44-479B-A1F0-CFAD1E8E512F}" destId="{20837357-46EA-4815-B011-F47EC2C1712A}" srcOrd="1" destOrd="0" presId="urn:microsoft.com/office/officeart/2005/8/layout/vList2"/>
    <dgm:cxn modelId="{54B9C8CE-9FED-47AC-ABD4-B772DB4770C8}" type="presParOf" srcId="{605226F7-0D44-479B-A1F0-CFAD1E8E512F}" destId="{DBE119C2-36E1-43E3-A9F1-C29936B0144A}" srcOrd="2" destOrd="0" presId="urn:microsoft.com/office/officeart/2005/8/layout/vList2"/>
    <dgm:cxn modelId="{CC71A32E-35FE-478A-AA51-7B4F9551E4CF}" type="presParOf" srcId="{605226F7-0D44-479B-A1F0-CFAD1E8E512F}" destId="{B270931E-728C-47C3-B064-649BCF28EE03}" srcOrd="3" destOrd="0" presId="urn:microsoft.com/office/officeart/2005/8/layout/vList2"/>
    <dgm:cxn modelId="{71936F33-3E0C-4F00-AF03-77356307BB17}" type="presParOf" srcId="{605226F7-0D44-479B-A1F0-CFAD1E8E512F}" destId="{9A4456CE-95F5-4FF2-8C5E-29FD1DAB4A64}" srcOrd="4" destOrd="0" presId="urn:microsoft.com/office/officeart/2005/8/layout/vList2"/>
    <dgm:cxn modelId="{F1D01823-A244-4486-AC30-3473729AE68B}" type="presParOf" srcId="{605226F7-0D44-479B-A1F0-CFAD1E8E512F}" destId="{B69329C7-757F-4390-9DE3-7C7B558052A7}" srcOrd="5" destOrd="0" presId="urn:microsoft.com/office/officeart/2005/8/layout/vList2"/>
    <dgm:cxn modelId="{7727774D-6DCA-4B45-BF49-0B09223E79BB}" type="presParOf" srcId="{605226F7-0D44-479B-A1F0-CFAD1E8E512F}" destId="{ACE327C7-6741-4FB8-9C59-CBFF1E2B4CB6}" srcOrd="6" destOrd="0" presId="urn:microsoft.com/office/officeart/2005/8/layout/vList2"/>
    <dgm:cxn modelId="{88142C9E-F081-4F8D-9BF6-A45BC187114F}" type="presParOf" srcId="{605226F7-0D44-479B-A1F0-CFAD1E8E512F}" destId="{48F9B607-F164-41D0-9477-80E3F19C487A}" srcOrd="7" destOrd="0" presId="urn:microsoft.com/office/officeart/2005/8/layout/vList2"/>
    <dgm:cxn modelId="{C3655AAF-CB6A-47AA-A87C-1A9B0EE51EC1}" type="presParOf" srcId="{605226F7-0D44-479B-A1F0-CFAD1E8E512F}" destId="{BE0E65F2-DDAC-4B8F-94A4-C85FC5D3CC36}" srcOrd="8" destOrd="0" presId="urn:microsoft.com/office/officeart/2005/8/layout/vList2"/>
    <dgm:cxn modelId="{CAD8DCC5-5DD1-4A06-BB22-12929209194B}" type="presParOf" srcId="{605226F7-0D44-479B-A1F0-CFAD1E8E512F}" destId="{45463B2B-2DE1-47FA-AB9B-F06ABF6BAD3B}" srcOrd="9" destOrd="0" presId="urn:microsoft.com/office/officeart/2005/8/layout/vList2"/>
    <dgm:cxn modelId="{7C07ADAA-616F-4D32-A558-4CB9C8A1281F}" type="presParOf" srcId="{605226F7-0D44-479B-A1F0-CFAD1E8E512F}" destId="{F2058143-1BA6-4908-8050-DCFBBBCDFF4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44E7A8C-2472-4183-9108-BCA646101AE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CDF6533-2997-4AB1-B1AA-B43D5DD6D637}">
      <dgm:prSet/>
      <dgm:spPr/>
      <dgm:t>
        <a:bodyPr/>
        <a:lstStyle/>
        <a:p>
          <a:r>
            <a:rPr lang="en-US"/>
            <a:t>Klijent (React):</a:t>
          </a:r>
          <a:r>
            <a:rPr lang="en-US" b="0"/>
            <a:t> Komponenta zadužena za korisničko sučelje.</a:t>
          </a:r>
          <a:endParaRPr lang="en-US"/>
        </a:p>
      </dgm:t>
    </dgm:pt>
    <dgm:pt modelId="{2A9F19B9-B946-4DB7-8943-D657586390BC}" type="parTrans" cxnId="{BC556567-8F8B-455B-8E42-40FD6792C4E0}">
      <dgm:prSet/>
      <dgm:spPr/>
      <dgm:t>
        <a:bodyPr/>
        <a:lstStyle/>
        <a:p>
          <a:endParaRPr lang="en-US"/>
        </a:p>
      </dgm:t>
    </dgm:pt>
    <dgm:pt modelId="{EE990D15-0264-4A22-BC92-B21B9A7D8D09}" type="sibTrans" cxnId="{BC556567-8F8B-455B-8E42-40FD6792C4E0}">
      <dgm:prSet/>
      <dgm:spPr/>
      <dgm:t>
        <a:bodyPr/>
        <a:lstStyle/>
        <a:p>
          <a:endParaRPr lang="en-US"/>
        </a:p>
      </dgm:t>
    </dgm:pt>
    <dgm:pt modelId="{C8848ECE-7F0E-4646-B6B1-BD98419CED72}">
      <dgm:prSet/>
      <dgm:spPr/>
      <dgm:t>
        <a:bodyPr/>
        <a:lstStyle/>
        <a:p>
          <a:r>
            <a:rPr lang="en-US"/>
            <a:t>Poslužitelj (Flask):</a:t>
          </a:r>
          <a:r>
            <a:rPr lang="en-US" b="0"/>
            <a:t> Komponenta zadužena za poslovnu logiku i API.</a:t>
          </a:r>
          <a:endParaRPr lang="en-US"/>
        </a:p>
      </dgm:t>
    </dgm:pt>
    <dgm:pt modelId="{DCC866D8-1120-4C93-A5C0-BED7D3F7C338}" type="parTrans" cxnId="{AF15EB18-6429-4AE3-9D6B-633EAF7968C9}">
      <dgm:prSet/>
      <dgm:spPr/>
      <dgm:t>
        <a:bodyPr/>
        <a:lstStyle/>
        <a:p>
          <a:endParaRPr lang="en-US"/>
        </a:p>
      </dgm:t>
    </dgm:pt>
    <dgm:pt modelId="{4F4E28E6-4EFF-4D58-8DF1-C15D89D731DE}" type="sibTrans" cxnId="{AF15EB18-6429-4AE3-9D6B-633EAF7968C9}">
      <dgm:prSet/>
      <dgm:spPr/>
      <dgm:t>
        <a:bodyPr/>
        <a:lstStyle/>
        <a:p>
          <a:endParaRPr lang="en-US"/>
        </a:p>
      </dgm:t>
    </dgm:pt>
    <dgm:pt modelId="{E7512073-D409-4C29-865F-95CD26F2664F}">
      <dgm:prSet/>
      <dgm:spPr/>
      <dgm:t>
        <a:bodyPr/>
        <a:lstStyle/>
        <a:p>
          <a:r>
            <a:rPr lang="en-US"/>
            <a:t>Baza (SQLite3):</a:t>
          </a:r>
          <a:r>
            <a:rPr lang="en-US" b="0"/>
            <a:t> Komponenta zadužena za pohranu podataka.</a:t>
          </a:r>
          <a:endParaRPr lang="en-US"/>
        </a:p>
      </dgm:t>
    </dgm:pt>
    <dgm:pt modelId="{F58CFC41-F24F-475B-BC53-133083667D64}" type="parTrans" cxnId="{A80DEE5D-3B78-4B07-8079-DF999AC7731C}">
      <dgm:prSet/>
      <dgm:spPr/>
      <dgm:t>
        <a:bodyPr/>
        <a:lstStyle/>
        <a:p>
          <a:endParaRPr lang="en-US"/>
        </a:p>
      </dgm:t>
    </dgm:pt>
    <dgm:pt modelId="{71A2684B-74BF-48C4-91FC-82D893C185A3}" type="sibTrans" cxnId="{A80DEE5D-3B78-4B07-8079-DF999AC7731C}">
      <dgm:prSet/>
      <dgm:spPr/>
      <dgm:t>
        <a:bodyPr/>
        <a:lstStyle/>
        <a:p>
          <a:endParaRPr lang="en-US"/>
        </a:p>
      </dgm:t>
    </dgm:pt>
    <dgm:pt modelId="{5BEAE2AD-662B-44D4-B7B7-20DB60445682}" type="pres">
      <dgm:prSet presAssocID="{F44E7A8C-2472-4183-9108-BCA646101AE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56C2F9B-A718-4A39-823A-DE0E75EF15AC}" type="pres">
      <dgm:prSet presAssocID="{F44E7A8C-2472-4183-9108-BCA646101AE5}" presName="container" presStyleCnt="0">
        <dgm:presLayoutVars>
          <dgm:dir/>
          <dgm:resizeHandles val="exact"/>
        </dgm:presLayoutVars>
      </dgm:prSet>
      <dgm:spPr/>
    </dgm:pt>
    <dgm:pt modelId="{8967EF58-3D74-486D-B47E-A11F3E0741CE}" type="pres">
      <dgm:prSet presAssocID="{6CDF6533-2997-4AB1-B1AA-B43D5DD6D637}" presName="compNode" presStyleCnt="0"/>
      <dgm:spPr/>
    </dgm:pt>
    <dgm:pt modelId="{F99AA14C-7384-4EB4-82ED-36B93109D7F7}" type="pres">
      <dgm:prSet presAssocID="{6CDF6533-2997-4AB1-B1AA-B43D5DD6D637}" presName="iconBgRect" presStyleLbl="bgShp" presStyleIdx="0" presStyleCnt="3"/>
      <dgm:spPr/>
    </dgm:pt>
    <dgm:pt modelId="{4CF259C3-E7FD-45A8-B984-3ACDC4EF2A20}" type="pres">
      <dgm:prSet presAssocID="{6CDF6533-2997-4AB1-B1AA-B43D5DD6D6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89DDCEC-8FFC-44AF-8963-F14E7624F48A}" type="pres">
      <dgm:prSet presAssocID="{6CDF6533-2997-4AB1-B1AA-B43D5DD6D637}" presName="spaceRect" presStyleCnt="0"/>
      <dgm:spPr/>
    </dgm:pt>
    <dgm:pt modelId="{1BD2C0F1-87B5-4653-8E69-2EC1C411E9DE}" type="pres">
      <dgm:prSet presAssocID="{6CDF6533-2997-4AB1-B1AA-B43D5DD6D637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29377513-E0CD-4C71-8885-282118881E45}" type="pres">
      <dgm:prSet presAssocID="{EE990D15-0264-4A22-BC92-B21B9A7D8D0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C5E44F5-98F0-4373-AB0C-F2551AE7E056}" type="pres">
      <dgm:prSet presAssocID="{C8848ECE-7F0E-4646-B6B1-BD98419CED72}" presName="compNode" presStyleCnt="0"/>
      <dgm:spPr/>
    </dgm:pt>
    <dgm:pt modelId="{8E989CB5-CC64-4F80-9924-46668BFA439F}" type="pres">
      <dgm:prSet presAssocID="{C8848ECE-7F0E-4646-B6B1-BD98419CED72}" presName="iconBgRect" presStyleLbl="bgShp" presStyleIdx="1" presStyleCnt="3"/>
      <dgm:spPr/>
    </dgm:pt>
    <dgm:pt modelId="{2E0CAB8B-CE76-4CD1-BFAF-79177FC76D05}" type="pres">
      <dgm:prSet presAssocID="{C8848ECE-7F0E-4646-B6B1-BD98419CED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E3DC32D-E157-44E5-9369-5F7EC5A0CCD2}" type="pres">
      <dgm:prSet presAssocID="{C8848ECE-7F0E-4646-B6B1-BD98419CED72}" presName="spaceRect" presStyleCnt="0"/>
      <dgm:spPr/>
    </dgm:pt>
    <dgm:pt modelId="{EF7B96BD-C1CA-44D1-A275-B40C29A49A93}" type="pres">
      <dgm:prSet presAssocID="{C8848ECE-7F0E-4646-B6B1-BD98419CED72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2B38E1F9-3053-45A0-920C-1769823CB5BB}" type="pres">
      <dgm:prSet presAssocID="{4F4E28E6-4EFF-4D58-8DF1-C15D89D731D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7C006EB-2A65-4D0A-B9B0-B38043CBF71F}" type="pres">
      <dgm:prSet presAssocID="{E7512073-D409-4C29-865F-95CD26F2664F}" presName="compNode" presStyleCnt="0"/>
      <dgm:spPr/>
    </dgm:pt>
    <dgm:pt modelId="{F7EBC8BA-E8F1-49D3-8ACB-BCC563504E08}" type="pres">
      <dgm:prSet presAssocID="{E7512073-D409-4C29-865F-95CD26F2664F}" presName="iconBgRect" presStyleLbl="bgShp" presStyleIdx="2" presStyleCnt="3"/>
      <dgm:spPr/>
    </dgm:pt>
    <dgm:pt modelId="{AA0A8823-86B3-40BD-9CD0-291CF9673D33}" type="pres">
      <dgm:prSet presAssocID="{E7512073-D409-4C29-865F-95CD26F266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591FC54F-1286-4D0D-9889-9D4DCAEA9319}" type="pres">
      <dgm:prSet presAssocID="{E7512073-D409-4C29-865F-95CD26F2664F}" presName="spaceRect" presStyleCnt="0"/>
      <dgm:spPr/>
    </dgm:pt>
    <dgm:pt modelId="{DA8B14F1-9BC4-401E-BBA5-97B215E4AF5A}" type="pres">
      <dgm:prSet presAssocID="{E7512073-D409-4C29-865F-95CD26F2664F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F15EB18-6429-4AE3-9D6B-633EAF7968C9}" srcId="{F44E7A8C-2472-4183-9108-BCA646101AE5}" destId="{C8848ECE-7F0E-4646-B6B1-BD98419CED72}" srcOrd="1" destOrd="0" parTransId="{DCC866D8-1120-4C93-A5C0-BED7D3F7C338}" sibTransId="{4F4E28E6-4EFF-4D58-8DF1-C15D89D731DE}"/>
    <dgm:cxn modelId="{A80DEE5D-3B78-4B07-8079-DF999AC7731C}" srcId="{F44E7A8C-2472-4183-9108-BCA646101AE5}" destId="{E7512073-D409-4C29-865F-95CD26F2664F}" srcOrd="2" destOrd="0" parTransId="{F58CFC41-F24F-475B-BC53-133083667D64}" sibTransId="{71A2684B-74BF-48C4-91FC-82D893C185A3}"/>
    <dgm:cxn modelId="{08ECFF3F-2B8A-4684-89EC-6B8DE956DD1E}" type="presOf" srcId="{6CDF6533-2997-4AB1-B1AA-B43D5DD6D637}" destId="{1BD2C0F1-87B5-4653-8E69-2EC1C411E9DE}" srcOrd="0" destOrd="0" presId="urn:microsoft.com/office/officeart/2018/2/layout/IconCircleList"/>
    <dgm:cxn modelId="{F547430A-764F-4D03-82A1-3FAE096312AE}" type="presOf" srcId="{4F4E28E6-4EFF-4D58-8DF1-C15D89D731DE}" destId="{2B38E1F9-3053-45A0-920C-1769823CB5BB}" srcOrd="0" destOrd="0" presId="urn:microsoft.com/office/officeart/2018/2/layout/IconCircleList"/>
    <dgm:cxn modelId="{0BDA1DBF-A00D-4138-939D-35DF173CCCA7}" type="presOf" srcId="{F44E7A8C-2472-4183-9108-BCA646101AE5}" destId="{5BEAE2AD-662B-44D4-B7B7-20DB60445682}" srcOrd="0" destOrd="0" presId="urn:microsoft.com/office/officeart/2018/2/layout/IconCircleList"/>
    <dgm:cxn modelId="{AA08E707-96E3-42AD-823C-B90D92D64D22}" type="presOf" srcId="{EE990D15-0264-4A22-BC92-B21B9A7D8D09}" destId="{29377513-E0CD-4C71-8885-282118881E45}" srcOrd="0" destOrd="0" presId="urn:microsoft.com/office/officeart/2018/2/layout/IconCircleList"/>
    <dgm:cxn modelId="{BC556567-8F8B-455B-8E42-40FD6792C4E0}" srcId="{F44E7A8C-2472-4183-9108-BCA646101AE5}" destId="{6CDF6533-2997-4AB1-B1AA-B43D5DD6D637}" srcOrd="0" destOrd="0" parTransId="{2A9F19B9-B946-4DB7-8943-D657586390BC}" sibTransId="{EE990D15-0264-4A22-BC92-B21B9A7D8D09}"/>
    <dgm:cxn modelId="{75EBB505-6293-4B8C-A42B-DE50107488F0}" type="presOf" srcId="{E7512073-D409-4C29-865F-95CD26F2664F}" destId="{DA8B14F1-9BC4-401E-BBA5-97B215E4AF5A}" srcOrd="0" destOrd="0" presId="urn:microsoft.com/office/officeart/2018/2/layout/IconCircleList"/>
    <dgm:cxn modelId="{5E58F61F-E5D8-47F9-A034-8A827BD20D14}" type="presOf" srcId="{C8848ECE-7F0E-4646-B6B1-BD98419CED72}" destId="{EF7B96BD-C1CA-44D1-A275-B40C29A49A93}" srcOrd="0" destOrd="0" presId="urn:microsoft.com/office/officeart/2018/2/layout/IconCircleList"/>
    <dgm:cxn modelId="{585AF459-A3C1-4434-A538-62701FC51CFA}" type="presParOf" srcId="{5BEAE2AD-662B-44D4-B7B7-20DB60445682}" destId="{B56C2F9B-A718-4A39-823A-DE0E75EF15AC}" srcOrd="0" destOrd="0" presId="urn:microsoft.com/office/officeart/2018/2/layout/IconCircleList"/>
    <dgm:cxn modelId="{C6E548FD-EBA4-489B-98E1-35784859BF14}" type="presParOf" srcId="{B56C2F9B-A718-4A39-823A-DE0E75EF15AC}" destId="{8967EF58-3D74-486D-B47E-A11F3E0741CE}" srcOrd="0" destOrd="0" presId="urn:microsoft.com/office/officeart/2018/2/layout/IconCircleList"/>
    <dgm:cxn modelId="{19303795-F756-488D-8F8F-CE50371E29AF}" type="presParOf" srcId="{8967EF58-3D74-486D-B47E-A11F3E0741CE}" destId="{F99AA14C-7384-4EB4-82ED-36B93109D7F7}" srcOrd="0" destOrd="0" presId="urn:microsoft.com/office/officeart/2018/2/layout/IconCircleList"/>
    <dgm:cxn modelId="{C01512C5-2869-4B31-98FB-8A44616DEF3D}" type="presParOf" srcId="{8967EF58-3D74-486D-B47E-A11F3E0741CE}" destId="{4CF259C3-E7FD-45A8-B984-3ACDC4EF2A20}" srcOrd="1" destOrd="0" presId="urn:microsoft.com/office/officeart/2018/2/layout/IconCircleList"/>
    <dgm:cxn modelId="{3F84E6AB-EF06-4A39-8EEF-6736290AF0DB}" type="presParOf" srcId="{8967EF58-3D74-486D-B47E-A11F3E0741CE}" destId="{F89DDCEC-8FFC-44AF-8963-F14E7624F48A}" srcOrd="2" destOrd="0" presId="urn:microsoft.com/office/officeart/2018/2/layout/IconCircleList"/>
    <dgm:cxn modelId="{F08405AF-2F79-4C26-ADAB-881621FB980A}" type="presParOf" srcId="{8967EF58-3D74-486D-B47E-A11F3E0741CE}" destId="{1BD2C0F1-87B5-4653-8E69-2EC1C411E9DE}" srcOrd="3" destOrd="0" presId="urn:microsoft.com/office/officeart/2018/2/layout/IconCircleList"/>
    <dgm:cxn modelId="{FF59EF1D-7E50-4AA3-B442-21B6BD6E50E2}" type="presParOf" srcId="{B56C2F9B-A718-4A39-823A-DE0E75EF15AC}" destId="{29377513-E0CD-4C71-8885-282118881E45}" srcOrd="1" destOrd="0" presId="urn:microsoft.com/office/officeart/2018/2/layout/IconCircleList"/>
    <dgm:cxn modelId="{07C07AC8-F7F2-4A38-BCD5-73A19E468217}" type="presParOf" srcId="{B56C2F9B-A718-4A39-823A-DE0E75EF15AC}" destId="{AC5E44F5-98F0-4373-AB0C-F2551AE7E056}" srcOrd="2" destOrd="0" presId="urn:microsoft.com/office/officeart/2018/2/layout/IconCircleList"/>
    <dgm:cxn modelId="{F00177EC-03F4-415E-91D3-9529C9145B64}" type="presParOf" srcId="{AC5E44F5-98F0-4373-AB0C-F2551AE7E056}" destId="{8E989CB5-CC64-4F80-9924-46668BFA439F}" srcOrd="0" destOrd="0" presId="urn:microsoft.com/office/officeart/2018/2/layout/IconCircleList"/>
    <dgm:cxn modelId="{C0C37778-4927-4C61-BF73-8081CD5E0E5B}" type="presParOf" srcId="{AC5E44F5-98F0-4373-AB0C-F2551AE7E056}" destId="{2E0CAB8B-CE76-4CD1-BFAF-79177FC76D05}" srcOrd="1" destOrd="0" presId="urn:microsoft.com/office/officeart/2018/2/layout/IconCircleList"/>
    <dgm:cxn modelId="{8E55FF59-B408-4F57-8FDA-E39A20F16F98}" type="presParOf" srcId="{AC5E44F5-98F0-4373-AB0C-F2551AE7E056}" destId="{7E3DC32D-E157-44E5-9369-5F7EC5A0CCD2}" srcOrd="2" destOrd="0" presId="urn:microsoft.com/office/officeart/2018/2/layout/IconCircleList"/>
    <dgm:cxn modelId="{D11B1D1E-9888-427C-8BDC-EF3700BE6078}" type="presParOf" srcId="{AC5E44F5-98F0-4373-AB0C-F2551AE7E056}" destId="{EF7B96BD-C1CA-44D1-A275-B40C29A49A93}" srcOrd="3" destOrd="0" presId="urn:microsoft.com/office/officeart/2018/2/layout/IconCircleList"/>
    <dgm:cxn modelId="{05F77EAB-FF33-42E8-8A73-8074C3408FF0}" type="presParOf" srcId="{B56C2F9B-A718-4A39-823A-DE0E75EF15AC}" destId="{2B38E1F9-3053-45A0-920C-1769823CB5BB}" srcOrd="3" destOrd="0" presId="urn:microsoft.com/office/officeart/2018/2/layout/IconCircleList"/>
    <dgm:cxn modelId="{581C8E83-E9EC-46C1-BFB7-40D46A58C089}" type="presParOf" srcId="{B56C2F9B-A718-4A39-823A-DE0E75EF15AC}" destId="{E7C006EB-2A65-4D0A-B9B0-B38043CBF71F}" srcOrd="4" destOrd="0" presId="urn:microsoft.com/office/officeart/2018/2/layout/IconCircleList"/>
    <dgm:cxn modelId="{169BAA6B-0BFB-4463-AB59-BA31D807C782}" type="presParOf" srcId="{E7C006EB-2A65-4D0A-B9B0-B38043CBF71F}" destId="{F7EBC8BA-E8F1-49D3-8ACB-BCC563504E08}" srcOrd="0" destOrd="0" presId="urn:microsoft.com/office/officeart/2018/2/layout/IconCircleList"/>
    <dgm:cxn modelId="{F34E1996-56F1-4466-82B7-A9CCA78193BE}" type="presParOf" srcId="{E7C006EB-2A65-4D0A-B9B0-B38043CBF71F}" destId="{AA0A8823-86B3-40BD-9CD0-291CF9673D33}" srcOrd="1" destOrd="0" presId="urn:microsoft.com/office/officeart/2018/2/layout/IconCircleList"/>
    <dgm:cxn modelId="{C4FEC383-CC8C-44FD-B132-31CCD331F95D}" type="presParOf" srcId="{E7C006EB-2A65-4D0A-B9B0-B38043CBF71F}" destId="{591FC54F-1286-4D0D-9889-9D4DCAEA9319}" srcOrd="2" destOrd="0" presId="urn:microsoft.com/office/officeart/2018/2/layout/IconCircleList"/>
    <dgm:cxn modelId="{6472D501-4032-432A-B8A5-3B729C01B1AF}" type="presParOf" srcId="{E7C006EB-2A65-4D0A-B9B0-B38043CBF71F}" destId="{DA8B14F1-9BC4-401E-BBA5-97B215E4AF5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AD7CE-FDD6-459A-96D5-7BB7D2C06831}">
      <dsp:nvSpPr>
        <dsp:cNvPr id="0" name=""/>
        <dsp:cNvSpPr/>
      </dsp:nvSpPr>
      <dsp:spPr>
        <a:xfrm>
          <a:off x="0" y="973348"/>
          <a:ext cx="6172412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2100" b="1" kern="1200" baseline="0"/>
            <a:t>Simeon Stefanović – Backend, Dokumentacija</a:t>
          </a:r>
          <a:endParaRPr lang="en-US" sz="2100" kern="1200"/>
        </a:p>
      </dsp:txBody>
      <dsp:txXfrm>
        <a:off x="23988" y="997336"/>
        <a:ext cx="6124436" cy="443423"/>
      </dsp:txXfrm>
    </dsp:sp>
    <dsp:sp modelId="{8255DE2C-086C-48B8-A480-FEFBDBAFDB91}">
      <dsp:nvSpPr>
        <dsp:cNvPr id="0" name=""/>
        <dsp:cNvSpPr/>
      </dsp:nvSpPr>
      <dsp:spPr>
        <a:xfrm>
          <a:off x="0" y="1525228"/>
          <a:ext cx="6172412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2100" b="1" kern="1200" baseline="0"/>
            <a:t>Luka Zorčić – Frontend, Dokumentacija</a:t>
          </a:r>
          <a:endParaRPr lang="en-US" sz="2100" kern="1200"/>
        </a:p>
      </dsp:txBody>
      <dsp:txXfrm>
        <a:off x="23988" y="1549216"/>
        <a:ext cx="6124436" cy="443423"/>
      </dsp:txXfrm>
    </dsp:sp>
    <dsp:sp modelId="{686D8EDD-14F5-464A-A46B-D9EE6BAC6771}">
      <dsp:nvSpPr>
        <dsp:cNvPr id="0" name=""/>
        <dsp:cNvSpPr/>
      </dsp:nvSpPr>
      <dsp:spPr>
        <a:xfrm>
          <a:off x="0" y="2077108"/>
          <a:ext cx="6172412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2100" b="1" kern="1200" baseline="0" dirty="0" err="1"/>
            <a:t>Malka</a:t>
          </a:r>
          <a:r>
            <a:rPr lang="hr-HR" sz="2100" b="1" kern="1200" baseline="0" dirty="0"/>
            <a:t> </a:t>
          </a:r>
          <a:r>
            <a:rPr lang="en-GB" sz="2100" b="1" kern="1200" baseline="0" dirty="0" smtClean="0"/>
            <a:t>Langer </a:t>
          </a:r>
          <a:r>
            <a:rPr lang="hr-HR" sz="2100" b="1" kern="1200" baseline="0" dirty="0" smtClean="0"/>
            <a:t>– </a:t>
          </a:r>
          <a:r>
            <a:rPr lang="hr-HR" sz="2100" b="1" kern="1200" baseline="0" dirty="0" err="1"/>
            <a:t>Frontend</a:t>
          </a:r>
          <a:r>
            <a:rPr lang="hr-HR" sz="2100" b="1" kern="1200" baseline="0" dirty="0"/>
            <a:t>, Dokumentacija</a:t>
          </a:r>
          <a:endParaRPr lang="en-US" sz="2100" kern="1200" dirty="0"/>
        </a:p>
      </dsp:txBody>
      <dsp:txXfrm>
        <a:off x="23988" y="2101096"/>
        <a:ext cx="6124436" cy="443423"/>
      </dsp:txXfrm>
    </dsp:sp>
    <dsp:sp modelId="{80501B08-245E-4AB9-8016-3ACAB2D73050}">
      <dsp:nvSpPr>
        <dsp:cNvPr id="0" name=""/>
        <dsp:cNvSpPr/>
      </dsp:nvSpPr>
      <dsp:spPr>
        <a:xfrm>
          <a:off x="0" y="2628988"/>
          <a:ext cx="6172412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2100" b="1" kern="1200" baseline="0" dirty="0"/>
            <a:t>Stjepan </a:t>
          </a:r>
          <a:r>
            <a:rPr lang="en-GB" sz="2100" b="1" kern="1200" baseline="0" dirty="0" err="1" smtClean="0"/>
            <a:t>Džidžić</a:t>
          </a:r>
          <a:r>
            <a:rPr lang="en-GB" sz="2100" b="1" kern="1200" baseline="0" dirty="0" smtClean="0"/>
            <a:t> </a:t>
          </a:r>
          <a:r>
            <a:rPr lang="hr-HR" sz="2100" b="1" kern="1200" baseline="0" dirty="0" smtClean="0"/>
            <a:t>– </a:t>
          </a:r>
          <a:r>
            <a:rPr lang="hr-HR" sz="2100" b="1" kern="1200" baseline="0" dirty="0" err="1"/>
            <a:t>Backend</a:t>
          </a:r>
          <a:r>
            <a:rPr lang="hr-HR" sz="2100" b="1" kern="1200" baseline="0" dirty="0"/>
            <a:t>, Dokumentacija</a:t>
          </a:r>
          <a:endParaRPr lang="en-US" sz="2100" kern="1200" dirty="0"/>
        </a:p>
      </dsp:txBody>
      <dsp:txXfrm>
        <a:off x="23988" y="2652976"/>
        <a:ext cx="6124436" cy="443423"/>
      </dsp:txXfrm>
    </dsp:sp>
    <dsp:sp modelId="{801315C3-393B-488F-B3EE-413C39A9FBA6}">
      <dsp:nvSpPr>
        <dsp:cNvPr id="0" name=""/>
        <dsp:cNvSpPr/>
      </dsp:nvSpPr>
      <dsp:spPr>
        <a:xfrm>
          <a:off x="0" y="3180868"/>
          <a:ext cx="6172412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2100" b="1" kern="1200" baseline="0" dirty="0"/>
            <a:t>Dorijan Zlodi – </a:t>
          </a:r>
          <a:r>
            <a:rPr lang="en-GB" sz="2100" b="1" kern="1200" baseline="0" dirty="0" err="1" smtClean="0"/>
            <a:t>Baza</a:t>
          </a:r>
          <a:r>
            <a:rPr lang="en-GB" sz="2100" b="1" kern="1200" baseline="0" dirty="0" smtClean="0"/>
            <a:t> </a:t>
          </a:r>
          <a:r>
            <a:rPr lang="en-GB" sz="2100" b="1" kern="1200" baseline="0" dirty="0" err="1" smtClean="0"/>
            <a:t>podataka</a:t>
          </a:r>
          <a:r>
            <a:rPr lang="hr-HR" sz="2100" b="1" kern="1200" baseline="0" dirty="0" smtClean="0"/>
            <a:t>, </a:t>
          </a:r>
          <a:r>
            <a:rPr lang="hr-HR" sz="2100" b="1" kern="1200" baseline="0" dirty="0"/>
            <a:t>Dokumentacija</a:t>
          </a:r>
          <a:endParaRPr lang="en-US" sz="2100" kern="1200" dirty="0"/>
        </a:p>
      </dsp:txBody>
      <dsp:txXfrm>
        <a:off x="23988" y="3204856"/>
        <a:ext cx="6124436" cy="443423"/>
      </dsp:txXfrm>
    </dsp:sp>
    <dsp:sp modelId="{7DB00A6D-5CC1-4011-A43E-52E260DEB3CA}">
      <dsp:nvSpPr>
        <dsp:cNvPr id="0" name=""/>
        <dsp:cNvSpPr/>
      </dsp:nvSpPr>
      <dsp:spPr>
        <a:xfrm>
          <a:off x="0" y="3732748"/>
          <a:ext cx="6172412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2100" b="1" kern="1200" baseline="0"/>
            <a:t>Bruno Di Giusto – Frontend, Dokumentacija</a:t>
          </a:r>
          <a:endParaRPr lang="en-US" sz="2100" kern="1200"/>
        </a:p>
      </dsp:txBody>
      <dsp:txXfrm>
        <a:off x="23988" y="3756736"/>
        <a:ext cx="6124436" cy="4434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C4545E-490C-43C2-803F-44EC9F486886}">
      <dsp:nvSpPr>
        <dsp:cNvPr id="0" name=""/>
        <dsp:cNvSpPr/>
      </dsp:nvSpPr>
      <dsp:spPr>
        <a:xfrm>
          <a:off x="0" y="0"/>
          <a:ext cx="4937760" cy="11434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baseline="0" dirty="0" err="1"/>
            <a:t>Što</a:t>
          </a:r>
          <a:r>
            <a:rPr lang="en-US" sz="2000" b="1" kern="1200" baseline="0" dirty="0"/>
            <a:t> </a:t>
          </a:r>
          <a:r>
            <a:rPr lang="en-US" sz="2000" b="1" kern="1200" baseline="0" dirty="0" err="1"/>
            <a:t>aplikacija</a:t>
          </a:r>
          <a:r>
            <a:rPr lang="en-US" sz="2000" b="1" kern="1200" baseline="0" dirty="0"/>
            <a:t> </a:t>
          </a:r>
          <a:r>
            <a:rPr lang="en-US" sz="2000" b="1" kern="1200" baseline="0" dirty="0" err="1"/>
            <a:t>rješava</a:t>
          </a:r>
          <a:r>
            <a:rPr lang="en-US" sz="2000" b="1" kern="1200" baseline="0" dirty="0"/>
            <a:t>?</a:t>
          </a:r>
          <a:endParaRPr lang="en-US" sz="2000" kern="1200" dirty="0"/>
        </a:p>
      </dsp:txBody>
      <dsp:txXfrm>
        <a:off x="33490" y="33490"/>
        <a:ext cx="3607273" cy="1076464"/>
      </dsp:txXfrm>
    </dsp:sp>
    <dsp:sp modelId="{30CE408B-F9AF-4D0D-9C21-558CAE35167C}">
      <dsp:nvSpPr>
        <dsp:cNvPr id="0" name=""/>
        <dsp:cNvSpPr/>
      </dsp:nvSpPr>
      <dsp:spPr>
        <a:xfrm>
          <a:off x="413537" y="1351343"/>
          <a:ext cx="4937760" cy="1143444"/>
        </a:xfrm>
        <a:prstGeom prst="roundRect">
          <a:avLst>
            <a:gd name="adj" fmla="val 10000"/>
          </a:avLst>
        </a:prstGeom>
        <a:solidFill>
          <a:schemeClr val="accent2">
            <a:hueOff val="-520360"/>
            <a:satOff val="16291"/>
            <a:lumOff val="-50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baseline="0"/>
            <a:t>Problem gomilanja nekorištenih društvenih igara kod korisnika</a:t>
          </a:r>
          <a:endParaRPr lang="en-US" sz="2000" kern="1200"/>
        </a:p>
      </dsp:txBody>
      <dsp:txXfrm>
        <a:off x="447027" y="1384833"/>
        <a:ext cx="3714003" cy="1076464"/>
      </dsp:txXfrm>
    </dsp:sp>
    <dsp:sp modelId="{91B052DE-84E1-4A4C-A47E-1752C1AE6269}">
      <dsp:nvSpPr>
        <dsp:cNvPr id="0" name=""/>
        <dsp:cNvSpPr/>
      </dsp:nvSpPr>
      <dsp:spPr>
        <a:xfrm>
          <a:off x="820902" y="2702687"/>
          <a:ext cx="4937760" cy="1143444"/>
        </a:xfrm>
        <a:prstGeom prst="roundRect">
          <a:avLst>
            <a:gd name="adj" fmla="val 10000"/>
          </a:avLst>
        </a:prstGeom>
        <a:solidFill>
          <a:schemeClr val="accent2">
            <a:hueOff val="-1040720"/>
            <a:satOff val="32582"/>
            <a:lumOff val="-100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baseline="0"/>
            <a:t>Težak i skup pristup novim ili rijetkim društvenim igrama</a:t>
          </a:r>
          <a:endParaRPr lang="en-US" sz="2000" kern="1200"/>
        </a:p>
      </dsp:txBody>
      <dsp:txXfrm>
        <a:off x="854392" y="2736177"/>
        <a:ext cx="3720175" cy="1076464"/>
      </dsp:txXfrm>
    </dsp:sp>
    <dsp:sp modelId="{03D446BB-F3F5-4986-8F80-E0B2F3B1C322}">
      <dsp:nvSpPr>
        <dsp:cNvPr id="0" name=""/>
        <dsp:cNvSpPr/>
      </dsp:nvSpPr>
      <dsp:spPr>
        <a:xfrm>
          <a:off x="1234439" y="4054030"/>
          <a:ext cx="4937760" cy="1143444"/>
        </a:xfrm>
        <a:prstGeom prst="roundRect">
          <a:avLst>
            <a:gd name="adj" fmla="val 10000"/>
          </a:avLst>
        </a:prstGeom>
        <a:solidFill>
          <a:schemeClr val="accent2">
            <a:hueOff val="-1561080"/>
            <a:satOff val="48873"/>
            <a:lumOff val="-1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baseline="0"/>
            <a:t>Nepostojanje centralizirane platforme za sigurnu i organiziranu razmjenu igara</a:t>
          </a:r>
          <a:endParaRPr lang="en-US" sz="2000" kern="1200"/>
        </a:p>
      </dsp:txBody>
      <dsp:txXfrm>
        <a:off x="1267929" y="4087520"/>
        <a:ext cx="3714003" cy="1076464"/>
      </dsp:txXfrm>
    </dsp:sp>
    <dsp:sp modelId="{55288A3D-BD49-4C7B-93D3-F26514ED0AF9}">
      <dsp:nvSpPr>
        <dsp:cNvPr id="0" name=""/>
        <dsp:cNvSpPr/>
      </dsp:nvSpPr>
      <dsp:spPr>
        <a:xfrm>
          <a:off x="4194521" y="875774"/>
          <a:ext cx="743238" cy="7432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500" kern="1200"/>
        </a:p>
      </dsp:txBody>
      <dsp:txXfrm>
        <a:off x="4361750" y="875774"/>
        <a:ext cx="408780" cy="559287"/>
      </dsp:txXfrm>
    </dsp:sp>
    <dsp:sp modelId="{7EADF604-ECCF-43CB-84BE-8BB1F40E0207}">
      <dsp:nvSpPr>
        <dsp:cNvPr id="0" name=""/>
        <dsp:cNvSpPr/>
      </dsp:nvSpPr>
      <dsp:spPr>
        <a:xfrm>
          <a:off x="4608058" y="2227118"/>
          <a:ext cx="743238" cy="7432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00624"/>
            <a:satOff val="17521"/>
            <a:lumOff val="-59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00624"/>
              <a:satOff val="17521"/>
              <a:lumOff val="-5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500" kern="1200"/>
        </a:p>
      </dsp:txBody>
      <dsp:txXfrm>
        <a:off x="4775287" y="2227118"/>
        <a:ext cx="408780" cy="559287"/>
      </dsp:txXfrm>
    </dsp:sp>
    <dsp:sp modelId="{9F812585-542C-4965-8659-A200211D9DD9}">
      <dsp:nvSpPr>
        <dsp:cNvPr id="0" name=""/>
        <dsp:cNvSpPr/>
      </dsp:nvSpPr>
      <dsp:spPr>
        <a:xfrm>
          <a:off x="5015423" y="3578461"/>
          <a:ext cx="743238" cy="7432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601248"/>
            <a:satOff val="35042"/>
            <a:lumOff val="-11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601248"/>
              <a:satOff val="35042"/>
              <a:lumOff val="-11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500" kern="1200"/>
        </a:p>
      </dsp:txBody>
      <dsp:txXfrm>
        <a:off x="5182652" y="3578461"/>
        <a:ext cx="408780" cy="5592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D6C33-0910-4EF8-9872-82B468671D86}">
      <dsp:nvSpPr>
        <dsp:cNvPr id="0" name=""/>
        <dsp:cNvSpPr/>
      </dsp:nvSpPr>
      <dsp:spPr>
        <a:xfrm>
          <a:off x="0" y="213789"/>
          <a:ext cx="662722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Omogućiti jednostavnu razmjenu društvenih igara između korisnika</a:t>
          </a:r>
        </a:p>
      </dsp:txBody>
      <dsp:txXfrm>
        <a:off x="19419" y="233208"/>
        <a:ext cx="6588388" cy="358962"/>
      </dsp:txXfrm>
    </dsp:sp>
    <dsp:sp modelId="{B36E1919-A2C1-4659-9A57-5F24643B152D}">
      <dsp:nvSpPr>
        <dsp:cNvPr id="0" name=""/>
        <dsp:cNvSpPr/>
      </dsp:nvSpPr>
      <dsp:spPr>
        <a:xfrm>
          <a:off x="0" y="660549"/>
          <a:ext cx="662722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Pregled i pretraživanje objavljenih igara prema različitim kriterijima</a:t>
          </a:r>
        </a:p>
      </dsp:txBody>
      <dsp:txXfrm>
        <a:off x="19419" y="679968"/>
        <a:ext cx="6588388" cy="358962"/>
      </dsp:txXfrm>
    </dsp:sp>
    <dsp:sp modelId="{6184090F-F1E6-474E-AC18-EA19AF8AC562}">
      <dsp:nvSpPr>
        <dsp:cNvPr id="0" name=""/>
        <dsp:cNvSpPr/>
      </dsp:nvSpPr>
      <dsp:spPr>
        <a:xfrm>
          <a:off x="0" y="1107309"/>
          <a:ext cx="662722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Objavljivanje vlastitih igara i upravljanje oglasima</a:t>
          </a:r>
        </a:p>
      </dsp:txBody>
      <dsp:txXfrm>
        <a:off x="19419" y="1126728"/>
        <a:ext cx="6588388" cy="358962"/>
      </dsp:txXfrm>
    </dsp:sp>
    <dsp:sp modelId="{5F270069-AE5C-46D4-81D3-DECB7BD2A7B1}">
      <dsp:nvSpPr>
        <dsp:cNvPr id="0" name=""/>
        <dsp:cNvSpPr/>
      </dsp:nvSpPr>
      <dsp:spPr>
        <a:xfrm>
          <a:off x="0" y="1554069"/>
          <a:ext cx="662722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Slanje i zaprimanje ponuda za zamjenu (jedna ili više igara)</a:t>
          </a:r>
        </a:p>
      </dsp:txBody>
      <dsp:txXfrm>
        <a:off x="19419" y="1573488"/>
        <a:ext cx="6588388" cy="358962"/>
      </dsp:txXfrm>
    </dsp:sp>
    <dsp:sp modelId="{E77670B8-8718-44B4-9368-B4F4401CE62E}">
      <dsp:nvSpPr>
        <dsp:cNvPr id="0" name=""/>
        <dsp:cNvSpPr/>
      </dsp:nvSpPr>
      <dsp:spPr>
        <a:xfrm>
          <a:off x="0" y="2000829"/>
          <a:ext cx="662722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Sustav obavijesti (unutar aplikacije i putem e-maila)</a:t>
          </a:r>
        </a:p>
      </dsp:txBody>
      <dsp:txXfrm>
        <a:off x="19419" y="2020248"/>
        <a:ext cx="6588388" cy="358962"/>
      </dsp:txXfrm>
    </dsp:sp>
    <dsp:sp modelId="{A29196A3-4131-4797-AD42-94F57E4BDCC1}">
      <dsp:nvSpPr>
        <dsp:cNvPr id="0" name=""/>
        <dsp:cNvSpPr/>
      </dsp:nvSpPr>
      <dsp:spPr>
        <a:xfrm>
          <a:off x="0" y="2447589"/>
          <a:ext cx="662722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Popis želja i personalizirani prijedlozi zamjena</a:t>
          </a:r>
        </a:p>
      </dsp:txBody>
      <dsp:txXfrm>
        <a:off x="19419" y="2467008"/>
        <a:ext cx="6588388" cy="358962"/>
      </dsp:txXfrm>
    </dsp:sp>
    <dsp:sp modelId="{5D5D6335-0046-4034-9CED-01814791650D}">
      <dsp:nvSpPr>
        <dsp:cNvPr id="0" name=""/>
        <dsp:cNvSpPr/>
      </dsp:nvSpPr>
      <dsp:spPr>
        <a:xfrm>
          <a:off x="0" y="2894349"/>
          <a:ext cx="662722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Responzivna web-aplikacija prilagođena mobilnim uređajima</a:t>
          </a:r>
        </a:p>
      </dsp:txBody>
      <dsp:txXfrm>
        <a:off x="19419" y="2913768"/>
        <a:ext cx="6588388" cy="3589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A608F-B7D2-4248-937B-397602E99CD7}">
      <dsp:nvSpPr>
        <dsp:cNvPr id="0" name=""/>
        <dsp:cNvSpPr/>
      </dsp:nvSpPr>
      <dsp:spPr>
        <a:xfrm>
          <a:off x="0" y="584478"/>
          <a:ext cx="6606929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/>
            <a:t>Registracija i prijava korisnika (autentikacija i autorizacija)</a:t>
          </a:r>
          <a:endParaRPr lang="en-US" sz="1700" kern="1200"/>
        </a:p>
      </dsp:txBody>
      <dsp:txXfrm>
        <a:off x="19419" y="603897"/>
        <a:ext cx="6568091" cy="358962"/>
      </dsp:txXfrm>
    </dsp:sp>
    <dsp:sp modelId="{8D1E8B12-0062-4197-9671-4CEDC0F47259}">
      <dsp:nvSpPr>
        <dsp:cNvPr id="0" name=""/>
        <dsp:cNvSpPr/>
      </dsp:nvSpPr>
      <dsp:spPr>
        <a:xfrm>
          <a:off x="0" y="1031238"/>
          <a:ext cx="6606929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/>
            <a:t>Pregled objavljenih društvenih igara (i za neregistrirane korisnike)</a:t>
          </a:r>
          <a:endParaRPr lang="en-US" sz="1700" kern="1200"/>
        </a:p>
      </dsp:txBody>
      <dsp:txXfrm>
        <a:off x="19419" y="1050657"/>
        <a:ext cx="6568091" cy="358962"/>
      </dsp:txXfrm>
    </dsp:sp>
    <dsp:sp modelId="{28D32FBB-0CF2-49CC-B180-8E94BBC90473}">
      <dsp:nvSpPr>
        <dsp:cNvPr id="0" name=""/>
        <dsp:cNvSpPr/>
      </dsp:nvSpPr>
      <dsp:spPr>
        <a:xfrm>
          <a:off x="0" y="1477998"/>
          <a:ext cx="6606929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/>
            <a:t>Objava, uređivanje i brisanje vlastitih oglasa za igre</a:t>
          </a:r>
          <a:endParaRPr lang="en-US" sz="1700" kern="1200"/>
        </a:p>
      </dsp:txBody>
      <dsp:txXfrm>
        <a:off x="19419" y="1497417"/>
        <a:ext cx="6568091" cy="358962"/>
      </dsp:txXfrm>
    </dsp:sp>
    <dsp:sp modelId="{53B61DDB-E685-4BBD-A69F-13C2E5CB8F49}">
      <dsp:nvSpPr>
        <dsp:cNvPr id="0" name=""/>
        <dsp:cNvSpPr/>
      </dsp:nvSpPr>
      <dsp:spPr>
        <a:xfrm>
          <a:off x="0" y="1924758"/>
          <a:ext cx="6606929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/>
            <a:t>Pretraživanje i filtriranje igara (težina, broj igrača, trajanje)</a:t>
          </a:r>
          <a:endParaRPr lang="en-US" sz="1700" kern="1200"/>
        </a:p>
      </dsp:txBody>
      <dsp:txXfrm>
        <a:off x="19419" y="1944177"/>
        <a:ext cx="6568091" cy="358962"/>
      </dsp:txXfrm>
    </dsp:sp>
    <dsp:sp modelId="{B53433C3-87F4-4EFD-A0B3-1A83B00FF223}">
      <dsp:nvSpPr>
        <dsp:cNvPr id="0" name=""/>
        <dsp:cNvSpPr/>
      </dsp:nvSpPr>
      <dsp:spPr>
        <a:xfrm>
          <a:off x="0" y="2371518"/>
          <a:ext cx="6606929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/>
            <a:t>Slanje, zaprimanje i upravljanje ponudama za zamjenu</a:t>
          </a:r>
          <a:endParaRPr lang="en-US" sz="1700" kern="1200"/>
        </a:p>
      </dsp:txBody>
      <dsp:txXfrm>
        <a:off x="19419" y="2390937"/>
        <a:ext cx="6568091" cy="358962"/>
      </dsp:txXfrm>
    </dsp:sp>
    <dsp:sp modelId="{FC753C60-EC9A-49A8-A9A1-4F0B4D1DC68C}">
      <dsp:nvSpPr>
        <dsp:cNvPr id="0" name=""/>
        <dsp:cNvSpPr/>
      </dsp:nvSpPr>
      <dsp:spPr>
        <a:xfrm>
          <a:off x="0" y="2818278"/>
          <a:ext cx="6606929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/>
            <a:t>Popis želja i obavijesti o dostupnosti traženih igara</a:t>
          </a:r>
          <a:endParaRPr lang="en-US" sz="1700" kern="1200"/>
        </a:p>
      </dsp:txBody>
      <dsp:txXfrm>
        <a:off x="19419" y="2837697"/>
        <a:ext cx="6568091" cy="358962"/>
      </dsp:txXfrm>
    </dsp:sp>
    <dsp:sp modelId="{E0CF7CE4-8F33-4FC2-945F-EDC842884DD1}">
      <dsp:nvSpPr>
        <dsp:cNvPr id="0" name=""/>
        <dsp:cNvSpPr/>
      </dsp:nvSpPr>
      <dsp:spPr>
        <a:xfrm>
          <a:off x="0" y="3265038"/>
          <a:ext cx="6606929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baseline="0" dirty="0" err="1"/>
            <a:t>Pregled</a:t>
          </a:r>
          <a:r>
            <a:rPr lang="en-US" sz="1700" b="0" i="0" kern="1200" baseline="0" dirty="0"/>
            <a:t> </a:t>
          </a:r>
          <a:r>
            <a:rPr lang="en-US" sz="1700" b="0" i="0" kern="1200" baseline="0" dirty="0" err="1"/>
            <a:t>aktivnih</a:t>
          </a:r>
          <a:r>
            <a:rPr lang="en-US" sz="1700" b="0" i="0" kern="1200" baseline="0" dirty="0"/>
            <a:t> </a:t>
          </a:r>
          <a:r>
            <a:rPr lang="en-US" sz="1700" b="0" i="0" kern="1200" baseline="0" dirty="0" err="1"/>
            <a:t>i</a:t>
          </a:r>
          <a:r>
            <a:rPr lang="en-US" sz="1700" b="0" i="0" kern="1200" baseline="0" dirty="0"/>
            <a:t> </a:t>
          </a:r>
          <a:r>
            <a:rPr lang="en-US" sz="1700" b="0" i="0" kern="1200" baseline="0" dirty="0" err="1"/>
            <a:t>arhiviranih</a:t>
          </a:r>
          <a:r>
            <a:rPr lang="en-US" sz="1700" b="0" i="0" kern="1200" baseline="0" dirty="0"/>
            <a:t> </a:t>
          </a:r>
          <a:r>
            <a:rPr lang="en-US" sz="1700" b="0" i="0" kern="1200" baseline="0" dirty="0" err="1"/>
            <a:t>zamjena</a:t>
          </a:r>
          <a:endParaRPr lang="en-US" sz="1700" kern="1200" dirty="0"/>
        </a:p>
      </dsp:txBody>
      <dsp:txXfrm>
        <a:off x="19419" y="3284457"/>
        <a:ext cx="6568091" cy="3589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19E4C-5535-40FC-B70B-D533C0D66442}">
      <dsp:nvSpPr>
        <dsp:cNvPr id="0" name=""/>
        <dsp:cNvSpPr/>
      </dsp:nvSpPr>
      <dsp:spPr>
        <a:xfrm>
          <a:off x="0" y="16679"/>
          <a:ext cx="6761475" cy="617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kern="1200" baseline="0"/>
            <a:t>Web-aplikacija prilagođena mobilnim i desktop uređajima (responsive dizajn)</a:t>
          </a:r>
          <a:endParaRPr lang="en-US" sz="1600" kern="1200"/>
        </a:p>
      </dsp:txBody>
      <dsp:txXfrm>
        <a:off x="30157" y="46836"/>
        <a:ext cx="6701161" cy="557446"/>
      </dsp:txXfrm>
    </dsp:sp>
    <dsp:sp modelId="{DBE119C2-36E1-43E3-A9F1-C29936B0144A}">
      <dsp:nvSpPr>
        <dsp:cNvPr id="0" name=""/>
        <dsp:cNvSpPr/>
      </dsp:nvSpPr>
      <dsp:spPr>
        <a:xfrm>
          <a:off x="0" y="680519"/>
          <a:ext cx="6761475" cy="617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kern="1200" baseline="0"/>
            <a:t>Podrška za rad više korisnika istovremeno (konkurentnost)</a:t>
          </a:r>
          <a:endParaRPr lang="en-US" sz="1600" kern="1200"/>
        </a:p>
      </dsp:txBody>
      <dsp:txXfrm>
        <a:off x="30157" y="710676"/>
        <a:ext cx="6701161" cy="557446"/>
      </dsp:txXfrm>
    </dsp:sp>
    <dsp:sp modelId="{9A4456CE-95F5-4FF2-8C5E-29FD1DAB4A64}">
      <dsp:nvSpPr>
        <dsp:cNvPr id="0" name=""/>
        <dsp:cNvSpPr/>
      </dsp:nvSpPr>
      <dsp:spPr>
        <a:xfrm>
          <a:off x="0" y="1344359"/>
          <a:ext cx="6761475" cy="617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kern="1200" baseline="0"/>
            <a:t>Sigurna autentikacija korisnika (OAuth 2.0, tokeni)</a:t>
          </a:r>
          <a:endParaRPr lang="en-US" sz="1600" kern="1200"/>
        </a:p>
      </dsp:txBody>
      <dsp:txXfrm>
        <a:off x="30157" y="1374516"/>
        <a:ext cx="6701161" cy="557446"/>
      </dsp:txXfrm>
    </dsp:sp>
    <dsp:sp modelId="{ACE327C7-6741-4FB8-9C59-CBFF1E2B4CB6}">
      <dsp:nvSpPr>
        <dsp:cNvPr id="0" name=""/>
        <dsp:cNvSpPr/>
      </dsp:nvSpPr>
      <dsp:spPr>
        <a:xfrm>
          <a:off x="0" y="2008199"/>
          <a:ext cx="6761475" cy="617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kern="1200" baseline="0"/>
            <a:t>Obavijesti u stvarnom vremenu i putem e-maila</a:t>
          </a:r>
          <a:endParaRPr lang="en-US" sz="1600" kern="1200"/>
        </a:p>
      </dsp:txBody>
      <dsp:txXfrm>
        <a:off x="30157" y="2038356"/>
        <a:ext cx="6701161" cy="557446"/>
      </dsp:txXfrm>
    </dsp:sp>
    <dsp:sp modelId="{BE0E65F2-DDAC-4B8F-94A4-C85FC5D3CC36}">
      <dsp:nvSpPr>
        <dsp:cNvPr id="0" name=""/>
        <dsp:cNvSpPr/>
      </dsp:nvSpPr>
      <dsp:spPr>
        <a:xfrm>
          <a:off x="0" y="2672039"/>
          <a:ext cx="6761475" cy="617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kern="1200" baseline="0"/>
            <a:t>Skalabilnost i stabilnost sustava</a:t>
          </a:r>
          <a:endParaRPr lang="en-US" sz="1600" kern="1200"/>
        </a:p>
      </dsp:txBody>
      <dsp:txXfrm>
        <a:off x="30157" y="2702196"/>
        <a:ext cx="6701161" cy="557446"/>
      </dsp:txXfrm>
    </dsp:sp>
    <dsp:sp modelId="{F2058143-1BA6-4908-8050-DCFBBBCDFF4A}">
      <dsp:nvSpPr>
        <dsp:cNvPr id="0" name=""/>
        <dsp:cNvSpPr/>
      </dsp:nvSpPr>
      <dsp:spPr>
        <a:xfrm>
          <a:off x="0" y="3335879"/>
          <a:ext cx="6761475" cy="617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kern="1200" baseline="0"/>
            <a:t>Administratorske ovlasti za moderiranje sadržaja i korisnika</a:t>
          </a:r>
          <a:endParaRPr lang="en-US" sz="1600" kern="1200"/>
        </a:p>
      </dsp:txBody>
      <dsp:txXfrm>
        <a:off x="30157" y="3366036"/>
        <a:ext cx="6701161" cy="5574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AA14C-7384-4EB4-82ED-36B93109D7F7}">
      <dsp:nvSpPr>
        <dsp:cNvPr id="0" name=""/>
        <dsp:cNvSpPr/>
      </dsp:nvSpPr>
      <dsp:spPr>
        <a:xfrm>
          <a:off x="267087" y="1275658"/>
          <a:ext cx="806271" cy="80627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259C3-E7FD-45A8-B984-3ACDC4EF2A20}">
      <dsp:nvSpPr>
        <dsp:cNvPr id="0" name=""/>
        <dsp:cNvSpPr/>
      </dsp:nvSpPr>
      <dsp:spPr>
        <a:xfrm>
          <a:off x="436404" y="1444975"/>
          <a:ext cx="467637" cy="4676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2C0F1-87B5-4653-8E69-2EC1C411E9DE}">
      <dsp:nvSpPr>
        <dsp:cNvPr id="0" name=""/>
        <dsp:cNvSpPr/>
      </dsp:nvSpPr>
      <dsp:spPr>
        <a:xfrm>
          <a:off x="1246130" y="1275658"/>
          <a:ext cx="1900496" cy="806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Klijent (React):</a:t>
          </a:r>
          <a:r>
            <a:rPr lang="en-US" sz="1400" b="0" kern="1200"/>
            <a:t> Komponenta zadužena za korisničko sučelje.</a:t>
          </a:r>
          <a:endParaRPr lang="en-US" sz="1400" kern="1200"/>
        </a:p>
      </dsp:txBody>
      <dsp:txXfrm>
        <a:off x="1246130" y="1275658"/>
        <a:ext cx="1900496" cy="806271"/>
      </dsp:txXfrm>
    </dsp:sp>
    <dsp:sp modelId="{8E989CB5-CC64-4F80-9924-46668BFA439F}">
      <dsp:nvSpPr>
        <dsp:cNvPr id="0" name=""/>
        <dsp:cNvSpPr/>
      </dsp:nvSpPr>
      <dsp:spPr>
        <a:xfrm>
          <a:off x="3477773" y="1275658"/>
          <a:ext cx="806271" cy="8062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CAB8B-CE76-4CD1-BFAF-79177FC76D05}">
      <dsp:nvSpPr>
        <dsp:cNvPr id="0" name=""/>
        <dsp:cNvSpPr/>
      </dsp:nvSpPr>
      <dsp:spPr>
        <a:xfrm>
          <a:off x="3647090" y="1444975"/>
          <a:ext cx="467637" cy="4676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B96BD-C1CA-44D1-A275-B40C29A49A93}">
      <dsp:nvSpPr>
        <dsp:cNvPr id="0" name=""/>
        <dsp:cNvSpPr/>
      </dsp:nvSpPr>
      <dsp:spPr>
        <a:xfrm>
          <a:off x="4456817" y="1275658"/>
          <a:ext cx="1900496" cy="806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Poslužitelj (Flask):</a:t>
          </a:r>
          <a:r>
            <a:rPr lang="en-US" sz="1400" b="0" kern="1200"/>
            <a:t> Komponenta zadužena za poslovnu logiku i API.</a:t>
          </a:r>
          <a:endParaRPr lang="en-US" sz="1400" kern="1200"/>
        </a:p>
      </dsp:txBody>
      <dsp:txXfrm>
        <a:off x="4456817" y="1275658"/>
        <a:ext cx="1900496" cy="806271"/>
      </dsp:txXfrm>
    </dsp:sp>
    <dsp:sp modelId="{F7EBC8BA-E8F1-49D3-8ACB-BCC563504E08}">
      <dsp:nvSpPr>
        <dsp:cNvPr id="0" name=""/>
        <dsp:cNvSpPr/>
      </dsp:nvSpPr>
      <dsp:spPr>
        <a:xfrm>
          <a:off x="6688460" y="1275658"/>
          <a:ext cx="806271" cy="80627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A8823-86B3-40BD-9CD0-291CF9673D33}">
      <dsp:nvSpPr>
        <dsp:cNvPr id="0" name=""/>
        <dsp:cNvSpPr/>
      </dsp:nvSpPr>
      <dsp:spPr>
        <a:xfrm>
          <a:off x="6857777" y="1444975"/>
          <a:ext cx="467637" cy="4676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B14F1-9BC4-401E-BBA5-97B215E4AF5A}">
      <dsp:nvSpPr>
        <dsp:cNvPr id="0" name=""/>
        <dsp:cNvSpPr/>
      </dsp:nvSpPr>
      <dsp:spPr>
        <a:xfrm>
          <a:off x="7667503" y="1275658"/>
          <a:ext cx="1900496" cy="806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Baza (SQLite3):</a:t>
          </a:r>
          <a:r>
            <a:rPr lang="en-US" sz="1400" b="0" kern="1200"/>
            <a:t> Komponenta zadužena za pohranu podataka.</a:t>
          </a:r>
          <a:endParaRPr lang="en-US" sz="1400" kern="1200"/>
        </a:p>
      </dsp:txBody>
      <dsp:txXfrm>
        <a:off x="7667503" y="1275658"/>
        <a:ext cx="1900496" cy="8062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4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43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9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6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31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40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30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5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12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2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F176A-9349-4CD7-8042-59C0200C8C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0904" y="-4078"/>
            <a:ext cx="4641096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2B71BBC-2BE9-CA71-0F50-3708A2A0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21" r="-2" b="-2"/>
          <a:stretch>
            <a:fillRect/>
          </a:stretch>
        </p:blipFill>
        <p:spPr>
          <a:xfrm>
            <a:off x="20" y="1074544"/>
            <a:ext cx="7573364" cy="506986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E9A171F-91A7-42F8-B25C-E38B244E7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5467" y="1095508"/>
            <a:ext cx="4606533" cy="50168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C1776-8388-CD33-FC7D-269CA1515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3503" y="1709530"/>
            <a:ext cx="3754671" cy="2528515"/>
          </a:xfrm>
        </p:spPr>
        <p:txBody>
          <a:bodyPr anchor="b">
            <a:normAutofit/>
          </a:bodyPr>
          <a:lstStyle/>
          <a:p>
            <a:r>
              <a:rPr lang="hr-HR" sz="3600">
                <a:solidFill>
                  <a:schemeClr val="bg1"/>
                </a:solidFill>
              </a:rPr>
              <a:t>Play Trade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0141D-477B-961D-7EEE-8F9F2C81D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6915" y="4238046"/>
            <a:ext cx="3751260" cy="1741404"/>
          </a:xfrm>
        </p:spPr>
        <p:txBody>
          <a:bodyPr anchor="t">
            <a:normAutofit/>
          </a:bodyPr>
          <a:lstStyle/>
          <a:p>
            <a:r>
              <a:rPr lang="hr-HR" sz="2000">
                <a:solidFill>
                  <a:schemeClr val="bg1"/>
                </a:solidFill>
              </a:rPr>
              <a:t>Tim: TG04.1 &lt;Tim1&gt;</a:t>
            </a:r>
          </a:p>
          <a:p>
            <a:r>
              <a:rPr lang="hr-HR" sz="2000">
                <a:solidFill>
                  <a:schemeClr val="bg1"/>
                </a:solidFill>
              </a:rPr>
              <a:t>Ak. God. 2025/2026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851D67-7085-40E2-B146-F91433A28E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405"/>
            <a:ext cx="7534656" cy="73455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969C2C-E7E3-4052-87D4-61E733EC1B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1459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9517B-2924-5CA0-8792-444A2F778074}"/>
              </a:ext>
            </a:extLst>
          </p:cNvPr>
          <p:cNvSpPr txBox="1"/>
          <p:nvPr/>
        </p:nvSpPr>
        <p:spPr>
          <a:xfrm>
            <a:off x="9649695" y="41695"/>
            <a:ext cx="226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r-HR" dirty="0"/>
              <a:t>Programsko Inžinjerstvo ID 183400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91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5C181-A2C7-B67C-299F-53898528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hr-HR" dirty="0" smtClean="0">
                <a:solidFill>
                  <a:schemeClr val="bg1"/>
                </a:solidFill>
              </a:rPr>
              <a:t>SAD</a:t>
            </a:r>
            <a:r>
              <a:rPr lang="en-GB" dirty="0">
                <a:solidFill>
                  <a:schemeClr val="bg1"/>
                </a:solidFill>
              </a:rPr>
              <a:t>R</a:t>
            </a:r>
            <a:r>
              <a:rPr lang="hr-HR" dirty="0" smtClean="0">
                <a:solidFill>
                  <a:schemeClr val="bg1"/>
                </a:solidFill>
              </a:rPr>
              <a:t>ŽAJ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66EEF-EEFC-DFC2-93D3-2CF113F37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 fontScale="85000" lnSpcReduction="20000"/>
          </a:bodyPr>
          <a:lstStyle/>
          <a:p>
            <a:pPr>
              <a:lnSpc>
                <a:spcPct val="130000"/>
              </a:lnSpc>
            </a:pPr>
            <a:r>
              <a:rPr lang="hr-HR" dirty="0"/>
              <a:t>Članovi tima</a:t>
            </a:r>
          </a:p>
          <a:p>
            <a:pPr>
              <a:lnSpc>
                <a:spcPct val="130000"/>
              </a:lnSpc>
            </a:pPr>
            <a:r>
              <a:rPr lang="hr-HR" dirty="0"/>
              <a:t>O Projektu</a:t>
            </a:r>
          </a:p>
          <a:p>
            <a:pPr>
              <a:lnSpc>
                <a:spcPct val="130000"/>
              </a:lnSpc>
            </a:pPr>
            <a:r>
              <a:rPr lang="hr-HR" dirty="0"/>
              <a:t>Pregled zahtjeva</a:t>
            </a:r>
          </a:p>
          <a:p>
            <a:pPr>
              <a:lnSpc>
                <a:spcPct val="130000"/>
              </a:lnSpc>
            </a:pPr>
            <a:r>
              <a:rPr lang="hr-HR" dirty="0"/>
              <a:t>Korišteni alati i tehnologije</a:t>
            </a:r>
          </a:p>
          <a:p>
            <a:pPr>
              <a:lnSpc>
                <a:spcPct val="130000"/>
              </a:lnSpc>
            </a:pPr>
            <a:r>
              <a:rPr lang="hr-HR" dirty="0"/>
              <a:t>Arhitektura</a:t>
            </a:r>
          </a:p>
          <a:p>
            <a:pPr>
              <a:lnSpc>
                <a:spcPct val="130000"/>
              </a:lnSpc>
            </a:pPr>
            <a:r>
              <a:rPr lang="hr-HR" dirty="0"/>
              <a:t>Organizacija rada</a:t>
            </a:r>
          </a:p>
          <a:p>
            <a:pPr>
              <a:lnSpc>
                <a:spcPct val="130000"/>
              </a:lnSpc>
            </a:pPr>
            <a:r>
              <a:rPr lang="hr-HR" dirty="0"/>
              <a:t>Ispitivanje </a:t>
            </a:r>
          </a:p>
          <a:p>
            <a:pPr>
              <a:lnSpc>
                <a:spcPct val="130000"/>
              </a:lnSpc>
            </a:pPr>
            <a:r>
              <a:rPr lang="hr-HR" dirty="0"/>
              <a:t>Demonstracija</a:t>
            </a:r>
          </a:p>
          <a:p>
            <a:pPr>
              <a:lnSpc>
                <a:spcPct val="130000"/>
              </a:lnSpc>
            </a:pPr>
            <a:r>
              <a:rPr lang="hr-HR" dirty="0"/>
              <a:t>Iskustva i zaključak</a:t>
            </a:r>
          </a:p>
          <a:p>
            <a:pPr>
              <a:lnSpc>
                <a:spcPct val="13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213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6FCF-E2F3-1EE8-2A28-19D84219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Članovi grupe</a:t>
            </a:r>
            <a:endParaRPr lang="en-US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4EFB33C-4C6F-C856-5E38-5C8433935F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381955"/>
              </p:ext>
            </p:extLst>
          </p:nvPr>
        </p:nvGraphicFramePr>
        <p:xfrm>
          <a:off x="5376671" y="705113"/>
          <a:ext cx="6172412" cy="5197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1728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35F464-7A59-4221-AA5E-B60EF8D3CB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BB57B-5720-4314-5969-29B31FD1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</p:spPr>
        <p:txBody>
          <a:bodyPr>
            <a:normAutofit/>
          </a:bodyPr>
          <a:lstStyle/>
          <a:p>
            <a:r>
              <a:rPr lang="hr-HR"/>
              <a:t>O Projektu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57B5ED-61CB-4AF5-A47A-A41A996F83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61644" y="0"/>
            <a:ext cx="7530351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4C9CDB-7738-4B6C-BCE1-D9516C1E0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D1E403BB-2488-3B48-4402-7DABD34B5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403529"/>
              </p:ext>
            </p:extLst>
          </p:nvPr>
        </p:nvGraphicFramePr>
        <p:xfrm>
          <a:off x="5376863" y="704850"/>
          <a:ext cx="6172200" cy="519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724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B426D6-FD66-4A48-A6EB-235CF40812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9873" y="-10597"/>
            <a:ext cx="4067173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5047" y="717163"/>
            <a:ext cx="8068913" cy="545045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C7955-618F-2A87-CCAB-79E8DB80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056362"/>
            <a:ext cx="6754446" cy="1154102"/>
          </a:xfrm>
        </p:spPr>
        <p:txBody>
          <a:bodyPr>
            <a:normAutofit/>
          </a:bodyPr>
          <a:lstStyle/>
          <a:p>
            <a:r>
              <a:rPr lang="hr-HR" dirty="0"/>
              <a:t>O Projektu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09E6C1-B33E-49E8-8D77-7D2A9B49E8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9872" y="717163"/>
            <a:ext cx="4059075" cy="53922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73D05CB8-4116-4F20-A060-00FFF89728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59536" y="2268656"/>
          <a:ext cx="6627226" cy="3505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67615"/>
            <a:ext cx="8063866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891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0687CC-D1D8-44B2-9573-CC65510ECB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32924" y="6134669"/>
            <a:ext cx="4059075" cy="723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FEA29-5E4F-0B49-C54F-16D60C5475A9}"/>
              </a:ext>
            </a:extLst>
          </p:cNvPr>
          <p:cNvSpPr txBox="1"/>
          <p:nvPr/>
        </p:nvSpPr>
        <p:spPr>
          <a:xfrm>
            <a:off x="8303050" y="1003213"/>
            <a:ext cx="3700155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dirty="0" err="1"/>
              <a:t>Cilj</a:t>
            </a:r>
            <a:r>
              <a:rPr lang="hr-HR" dirty="0"/>
              <a:t> (</a:t>
            </a:r>
            <a:r>
              <a:rPr lang="en-US" dirty="0" err="1"/>
              <a:t>Glavna</a:t>
            </a:r>
            <a:r>
              <a:rPr lang="en-US" dirty="0"/>
              <a:t> </a:t>
            </a:r>
            <a:r>
              <a:rPr lang="en-US" dirty="0" err="1"/>
              <a:t>svrha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hr-H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0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6E12-3401-5F85-304D-A5AD6773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 Projektu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5E90-4907-9FB9-36C8-4E8D8EE45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 smtClean="0"/>
              <a:t>Postoje oglasnici i </a:t>
            </a:r>
            <a:r>
              <a:rPr lang="hr-HR" dirty="0" err="1" smtClean="0"/>
              <a:t>marketplace</a:t>
            </a:r>
            <a:r>
              <a:rPr lang="hr-HR" dirty="0" smtClean="0"/>
              <a:t> platforme, ali</a:t>
            </a:r>
            <a:r>
              <a:rPr lang="en-GB" dirty="0" smtClean="0"/>
              <a:t> </a:t>
            </a:r>
            <a:r>
              <a:rPr lang="hr-HR" dirty="0" smtClean="0"/>
              <a:t>nisu specijalizirani za razmjenu</a:t>
            </a:r>
          </a:p>
          <a:p>
            <a:r>
              <a:rPr lang="hr-HR" dirty="0" err="1" smtClean="0"/>
              <a:t>PlayTrade</a:t>
            </a:r>
            <a:r>
              <a:rPr lang="hr-HR" dirty="0" smtClean="0"/>
              <a:t> je fokusiran isključivo na društvene igre i razmjenu, a ne kupoprodaju</a:t>
            </a:r>
          </a:p>
          <a:p>
            <a:r>
              <a:rPr lang="hr-HR" dirty="0" smtClean="0"/>
              <a:t>Automatizirane ponude zamjene i obavijesti korisnicima</a:t>
            </a:r>
          </a:p>
          <a:p>
            <a:r>
              <a:rPr lang="hr-HR" dirty="0" smtClean="0"/>
              <a:t>Filtriranje igara po težini, broju igrača i vremenu igranja</a:t>
            </a:r>
          </a:p>
          <a:p>
            <a:r>
              <a:rPr lang="hr-HR" dirty="0" smtClean="0"/>
              <a:t>Personalizacija prema interesima korisnika</a:t>
            </a:r>
          </a:p>
          <a:p>
            <a:r>
              <a:rPr lang="hr-HR" dirty="0" smtClean="0"/>
              <a:t>Jednostavno i pregledno korisničko sučelje</a:t>
            </a:r>
          </a:p>
          <a:p>
            <a:endParaRPr lang="hr-H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2C93F-7197-B010-D184-EAC844B2A6F1}"/>
              </a:ext>
            </a:extLst>
          </p:cNvPr>
          <p:cNvSpPr txBox="1"/>
          <p:nvPr/>
        </p:nvSpPr>
        <p:spPr>
          <a:xfrm>
            <a:off x="547399" y="4121624"/>
            <a:ext cx="3603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Postoji</a:t>
            </a:r>
            <a:r>
              <a:rPr lang="en-US" dirty="0"/>
              <a:t> li </a:t>
            </a:r>
            <a:r>
              <a:rPr lang="en-US" dirty="0" err="1"/>
              <a:t>slično</a:t>
            </a:r>
            <a:r>
              <a:rPr lang="en-US" dirty="0"/>
              <a:t> </a:t>
            </a:r>
            <a:r>
              <a:rPr lang="en-US" dirty="0" err="1"/>
              <a:t>rješenje</a:t>
            </a:r>
            <a:r>
              <a:rPr lang="en-US" dirty="0"/>
              <a:t>?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naša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59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F11F-DA93-859F-A6A4-82C9506C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Pregled Zahtjeva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C822B-0ACA-9427-6119-BA098CA17AAD}"/>
              </a:ext>
            </a:extLst>
          </p:cNvPr>
          <p:cNvSpPr txBox="1"/>
          <p:nvPr/>
        </p:nvSpPr>
        <p:spPr>
          <a:xfrm>
            <a:off x="5376862" y="641445"/>
            <a:ext cx="5438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Glavni</a:t>
            </a:r>
            <a:r>
              <a:rPr lang="en-US" sz="2800" dirty="0"/>
              <a:t> </a:t>
            </a:r>
            <a:r>
              <a:rPr lang="en-US" sz="2800" dirty="0" err="1"/>
              <a:t>funkcionalni</a:t>
            </a:r>
            <a:r>
              <a:rPr lang="en-US" sz="2800" dirty="0"/>
              <a:t> </a:t>
            </a:r>
            <a:r>
              <a:rPr lang="en-US" sz="2800" dirty="0" err="1"/>
              <a:t>zahtjevi</a:t>
            </a:r>
            <a:endParaRPr lang="en-US" sz="2800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61B13458-6A62-155E-4737-CDDDF6D6B1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76862" y="1376781"/>
          <a:ext cx="6606929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4540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20E8-10CC-71E1-9837-08C65825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Pregled Zahtjeva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33A91-2222-279C-3C1E-EEA111FAD09D}"/>
              </a:ext>
            </a:extLst>
          </p:cNvPr>
          <p:cNvSpPr txBox="1"/>
          <p:nvPr/>
        </p:nvSpPr>
        <p:spPr>
          <a:xfrm>
            <a:off x="5376862" y="852984"/>
            <a:ext cx="6107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Nefunkcionalni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zahtjevi</a:t>
            </a:r>
            <a:r>
              <a:rPr lang="en-US" sz="2400" dirty="0"/>
              <a:t> </a:t>
            </a:r>
            <a:r>
              <a:rPr lang="en-US" sz="2400" dirty="0" err="1"/>
              <a:t>domene</a:t>
            </a:r>
            <a:r>
              <a:rPr lang="en-US" sz="2400" dirty="0"/>
              <a:t> </a:t>
            </a:r>
            <a:r>
              <a:rPr lang="en-US" sz="2400" dirty="0" err="1"/>
              <a:t>primjene</a:t>
            </a:r>
            <a:endParaRPr lang="en-US" sz="2400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578CDF16-1D36-4C9C-3373-255BB4A082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76862" y="1540681"/>
          <a:ext cx="6761475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756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3A75-8B9E-8B35-7AC2-F32E2115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617BF6-7C4F-7ACF-2ACB-5F7E6A30D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6863" y="2257859"/>
            <a:ext cx="6172200" cy="209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27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BA0D1-6B1C-F88C-6DC4-F7953F78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</a:pPr>
            <a:r>
              <a:rPr lang="hr-HR" sz="2000">
                <a:solidFill>
                  <a:schemeClr val="bg1"/>
                </a:solidFill>
              </a:rPr>
              <a:t>Korišteni alati i tehnologije</a:t>
            </a:r>
            <a:br>
              <a:rPr lang="hr-HR" sz="200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BB3FA-89D6-F84B-0F14-2AA8D7EAA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r>
              <a:rPr lang="en-GB" dirty="0" smtClean="0"/>
              <a:t>Frontend – </a:t>
            </a:r>
            <a:r>
              <a:rPr lang="en-GB" u="sng" dirty="0" smtClean="0"/>
              <a:t>React</a:t>
            </a:r>
          </a:p>
          <a:p>
            <a:r>
              <a:rPr lang="en-GB" dirty="0" smtClean="0"/>
              <a:t>Backend – </a:t>
            </a:r>
            <a:r>
              <a:rPr lang="en-GB" u="sng" dirty="0" smtClean="0"/>
              <a:t>Flask</a:t>
            </a:r>
          </a:p>
          <a:p>
            <a:r>
              <a:rPr lang="en-GB" dirty="0" err="1" smtClean="0"/>
              <a:t>Dokumentacija</a:t>
            </a:r>
            <a:r>
              <a:rPr lang="en-GB" dirty="0" smtClean="0"/>
              <a:t>, kod - </a:t>
            </a:r>
            <a:r>
              <a:rPr lang="en-GB" u="sng" dirty="0" err="1" smtClean="0"/>
              <a:t>Github</a:t>
            </a:r>
            <a:endParaRPr lang="hr-HR" u="sng" dirty="0"/>
          </a:p>
          <a:p>
            <a:r>
              <a:rPr lang="hr-HR" dirty="0" smtClean="0"/>
              <a:t>komunikacija </a:t>
            </a:r>
            <a:r>
              <a:rPr lang="hr-HR" dirty="0"/>
              <a:t>u </a:t>
            </a:r>
            <a:r>
              <a:rPr lang="hr-HR" dirty="0" smtClean="0"/>
              <a:t>timu</a:t>
            </a:r>
            <a:r>
              <a:rPr lang="en-GB" dirty="0" smtClean="0"/>
              <a:t> - </a:t>
            </a:r>
            <a:r>
              <a:rPr lang="en-GB" u="sng" dirty="0" smtClean="0"/>
              <a:t>WhatsApp</a:t>
            </a:r>
            <a:endParaRPr lang="hr-HR" u="sng" dirty="0"/>
          </a:p>
          <a:p>
            <a:r>
              <a:rPr lang="hr-HR" dirty="0"/>
              <a:t>Aplikacija - https://test.bloodlust-rp.com/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72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99B933-3DFF-C210-8010-A82E71AE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hr-HR">
                <a:solidFill>
                  <a:schemeClr val="bg1"/>
                </a:solidFill>
              </a:rPr>
              <a:t>Arhitektura 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7AFF24-0D26-57AD-3E43-A53C363D0B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422502"/>
              </p:ext>
            </p:extLst>
          </p:nvPr>
        </p:nvGraphicFramePr>
        <p:xfrm>
          <a:off x="1713976" y="2887824"/>
          <a:ext cx="9835087" cy="335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3309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AA5AF-9C6D-8634-F114-D0E5D5F1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hr-HR">
                <a:solidFill>
                  <a:schemeClr val="bg1"/>
                </a:solidFill>
              </a:rPr>
              <a:t>Ispitivanje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D87BA-52C4-9987-403C-31F2B7512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r>
              <a:rPr lang="en-GB" dirty="0" smtClean="0"/>
              <a:t>Ispočetka </a:t>
            </a:r>
            <a:r>
              <a:rPr lang="en-GB" dirty="0" err="1" smtClean="0"/>
              <a:t>ručno</a:t>
            </a:r>
            <a:endParaRPr lang="en-GB" dirty="0" smtClean="0"/>
          </a:p>
          <a:p>
            <a:r>
              <a:rPr lang="en-GB" dirty="0" smtClean="0"/>
              <a:t>Kasnije s</a:t>
            </a:r>
            <a:r>
              <a:rPr lang="hr-HR" dirty="0" err="1" smtClean="0"/>
              <a:t>elenium</a:t>
            </a:r>
            <a:endParaRPr lang="hr-HR" dirty="0"/>
          </a:p>
          <a:p>
            <a:r>
              <a:rPr lang="en-GB" sz="2000" dirty="0" smtClean="0"/>
              <a:t>	</a:t>
            </a:r>
            <a:r>
              <a:rPr lang="hr-HR" sz="1600" dirty="0" smtClean="0"/>
              <a:t>Svaka </a:t>
            </a:r>
            <a:r>
              <a:rPr lang="hr-HR" sz="1600" dirty="0"/>
              <a:t>komponenta stranice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797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DCE7-BAEB-C622-404C-45445B28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Organizacija rada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924A58-53B9-D3BC-4AD8-81E13853DB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67" b="288"/>
          <a:stretch>
            <a:fillRect/>
          </a:stretch>
        </p:blipFill>
        <p:spPr>
          <a:xfrm>
            <a:off x="4930489" y="139037"/>
            <a:ext cx="6794644" cy="16446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332" y="1939217"/>
            <a:ext cx="4164158" cy="473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60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22AC-D804-C32B-A0F9-501E3E71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908610" cy="5197498"/>
          </a:xfrm>
        </p:spPr>
        <p:txBody>
          <a:bodyPr/>
          <a:lstStyle/>
          <a:p>
            <a:r>
              <a:rPr lang="hr-HR" dirty="0"/>
              <a:t>Demonstracija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27A7A-43C0-FE19-AD04-43B9DAFDC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https://test.bloodlust-rp.com/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65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D401-116F-427E-DFA5-B0E66D424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Iskustva i Zaključak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F848E-DB48-E2B3-5DEA-3CB0F046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Puno timskog rada</a:t>
            </a:r>
          </a:p>
          <a:p>
            <a:r>
              <a:rPr lang="hr-HR" dirty="0"/>
              <a:t>Klimav početak</a:t>
            </a:r>
          </a:p>
          <a:p>
            <a:r>
              <a:rPr lang="hr-HR" dirty="0"/>
              <a:t>Odlična komunikacija i razumijevanje tima</a:t>
            </a:r>
          </a:p>
          <a:p>
            <a:r>
              <a:rPr lang="hr-HR" dirty="0"/>
              <a:t>Stvarni prikaz posla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861111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420</Words>
  <Application>Microsoft Office PowerPoint</Application>
  <PresentationFormat>Widescreen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Corbel</vt:lpstr>
      <vt:lpstr>Meiryo</vt:lpstr>
      <vt:lpstr>ShojiVTI</vt:lpstr>
      <vt:lpstr>Play Trade</vt:lpstr>
      <vt:lpstr>SADRŽAJ</vt:lpstr>
      <vt:lpstr>Članovi grupe</vt:lpstr>
      <vt:lpstr>O Projektu</vt:lpstr>
      <vt:lpstr>O Projektu</vt:lpstr>
      <vt:lpstr>O Projektu</vt:lpstr>
      <vt:lpstr>Pregled Zahtjeva</vt:lpstr>
      <vt:lpstr>Pregled Zahtjeva</vt:lpstr>
      <vt:lpstr>PowerPoint Presentation</vt:lpstr>
      <vt:lpstr>Korišteni alati i tehnologije </vt:lpstr>
      <vt:lpstr>Arhitektura </vt:lpstr>
      <vt:lpstr>Ispitivanje</vt:lpstr>
      <vt:lpstr>Organizacija rada</vt:lpstr>
      <vt:lpstr>Demonstracija</vt:lpstr>
      <vt:lpstr>Iskustva i 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 Trade</dc:title>
  <dc:creator>Bruno Di-Giusto</dc:creator>
  <cp:lastModifiedBy>Dorijan</cp:lastModifiedBy>
  <cp:revision>29</cp:revision>
  <dcterms:created xsi:type="dcterms:W3CDTF">2026-01-23T15:26:21Z</dcterms:created>
  <dcterms:modified xsi:type="dcterms:W3CDTF">2026-01-23T22:29:57Z</dcterms:modified>
</cp:coreProperties>
</file>